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4" r:id="rId6"/>
    <p:sldId id="285" r:id="rId7"/>
    <p:sldId id="286" r:id="rId8"/>
    <p:sldId id="287" r:id="rId9"/>
    <p:sldId id="288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5" r:id="rId20"/>
    <p:sldId id="276" r:id="rId21"/>
    <p:sldId id="277" r:id="rId22"/>
    <p:sldId id="278" r:id="rId23"/>
    <p:sldId id="279" r:id="rId24"/>
    <p:sldId id="269" r:id="rId25"/>
    <p:sldId id="280" r:id="rId26"/>
    <p:sldId id="281" r:id="rId27"/>
    <p:sldId id="282" r:id="rId28"/>
    <p:sldId id="283" r:id="rId29"/>
    <p:sldId id="270" r:id="rId30"/>
    <p:sldId id="271" r:id="rId31"/>
    <p:sldId id="272" r:id="rId32"/>
    <p:sldId id="273" r:id="rId33"/>
    <p:sldId id="27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D98E5-76C8-4F47-A215-216396C68ADB}" v="30" dt="2026-03-25T07:56:36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6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hid  Mehmood" userId="81925f02-6c57-415d-acff-cce7bb65b9aa" providerId="ADAL" clId="{A19230FE-31F7-41A4-ABC9-711F32C203A9}"/>
    <pc:docChg chg="undo custSel addSld modSld">
      <pc:chgData name="Zahid  Mehmood" userId="81925f02-6c57-415d-acff-cce7bb65b9aa" providerId="ADAL" clId="{A19230FE-31F7-41A4-ABC9-711F32C203A9}" dt="2026-03-25T07:58:01.037" v="231" actId="255"/>
      <pc:docMkLst>
        <pc:docMk/>
      </pc:docMkLst>
      <pc:sldChg chg="addSp modSp mod setBg">
        <pc:chgData name="Zahid  Mehmood" userId="81925f02-6c57-415d-acff-cce7bb65b9aa" providerId="ADAL" clId="{A19230FE-31F7-41A4-ABC9-711F32C203A9}" dt="2026-03-25T07:50:21.419" v="171" actId="27636"/>
        <pc:sldMkLst>
          <pc:docMk/>
          <pc:sldMk cId="0" sldId="256"/>
        </pc:sldMkLst>
        <pc:spChg chg="mod">
          <ac:chgData name="Zahid  Mehmood" userId="81925f02-6c57-415d-acff-cce7bb65b9aa" providerId="ADAL" clId="{A19230FE-31F7-41A4-ABC9-711F32C203A9}" dt="2026-03-25T07:18:02.74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Zahid  Mehmood" userId="81925f02-6c57-415d-acff-cce7bb65b9aa" providerId="ADAL" clId="{A19230FE-31F7-41A4-ABC9-711F32C203A9}" dt="2026-03-25T07:50:21.419" v="171" actId="27636"/>
          <ac:spMkLst>
            <pc:docMk/>
            <pc:sldMk cId="0" sldId="256"/>
            <ac:spMk id="3" creationId="{00000000-0000-0000-0000-000000000000}"/>
          </ac:spMkLst>
        </pc:spChg>
        <pc:spChg chg="add">
          <ac:chgData name="Zahid  Mehmood" userId="81925f02-6c57-415d-acff-cce7bb65b9aa" providerId="ADAL" clId="{A19230FE-31F7-41A4-ABC9-711F32C203A9}" dt="2026-03-25T07:18:02.743" v="0" actId="26606"/>
          <ac:spMkLst>
            <pc:docMk/>
            <pc:sldMk cId="0" sldId="256"/>
            <ac:spMk id="10" creationId="{59A309A7-1751-4ABE-A3C1-EEC40366AD89}"/>
          </ac:spMkLst>
        </pc:spChg>
        <pc:spChg chg="add">
          <ac:chgData name="Zahid  Mehmood" userId="81925f02-6c57-415d-acff-cce7bb65b9aa" providerId="ADAL" clId="{A19230FE-31F7-41A4-ABC9-711F32C203A9}" dt="2026-03-25T07:18:02.743" v="0" actId="26606"/>
          <ac:spMkLst>
            <pc:docMk/>
            <pc:sldMk cId="0" sldId="256"/>
            <ac:spMk id="12" creationId="{967D8EB6-EAE1-4F9C-B398-83321E287204}"/>
          </ac:spMkLst>
        </pc:spChg>
        <pc:picChg chg="add">
          <ac:chgData name="Zahid  Mehmood" userId="81925f02-6c57-415d-acff-cce7bb65b9aa" providerId="ADAL" clId="{A19230FE-31F7-41A4-ABC9-711F32C203A9}" dt="2026-03-25T07:18:02.743" v="0" actId="26606"/>
          <ac:picMkLst>
            <pc:docMk/>
            <pc:sldMk cId="0" sldId="256"/>
            <ac:picMk id="7" creationId="{AA1D4496-DE3B-11A8-8DA2-FCFEE9A2ACC7}"/>
          </ac:picMkLst>
        </pc:picChg>
      </pc:sldChg>
      <pc:sldChg chg="addSp delSp modSp mod setBg">
        <pc:chgData name="Zahid  Mehmood" userId="81925f02-6c57-415d-acff-cce7bb65b9aa" providerId="ADAL" clId="{A19230FE-31F7-41A4-ABC9-711F32C203A9}" dt="2026-03-25T07:19:33.502" v="9" actId="26606"/>
        <pc:sldMkLst>
          <pc:docMk/>
          <pc:sldMk cId="0" sldId="257"/>
        </pc:sldMkLst>
        <pc:spChg chg="mod">
          <ac:chgData name="Zahid  Mehmood" userId="81925f02-6c57-415d-acff-cce7bb65b9aa" providerId="ADAL" clId="{A19230FE-31F7-41A4-ABC9-711F32C203A9}" dt="2026-03-25T07:18:32.997" v="5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Zahid  Mehmood" userId="81925f02-6c57-415d-acff-cce7bb65b9aa" providerId="ADAL" clId="{A19230FE-31F7-41A4-ABC9-711F32C203A9}" dt="2026-03-25T07:19:33.502" v="9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Zahid  Mehmood" userId="81925f02-6c57-415d-acff-cce7bb65b9aa" providerId="ADAL" clId="{A19230FE-31F7-41A4-ABC9-711F32C203A9}" dt="2026-03-25T07:18:32.997" v="5" actId="26606"/>
          <ac:spMkLst>
            <pc:docMk/>
            <pc:sldMk cId="0" sldId="257"/>
            <ac:spMk id="10" creationId="{59A309A7-1751-4ABE-A3C1-EEC40366AD89}"/>
          </ac:spMkLst>
        </pc:spChg>
        <pc:spChg chg="add">
          <ac:chgData name="Zahid  Mehmood" userId="81925f02-6c57-415d-acff-cce7bb65b9aa" providerId="ADAL" clId="{A19230FE-31F7-41A4-ABC9-711F32C203A9}" dt="2026-03-25T07:18:32.997" v="5" actId="26606"/>
          <ac:spMkLst>
            <pc:docMk/>
            <pc:sldMk cId="0" sldId="257"/>
            <ac:spMk id="12" creationId="{967D8EB6-EAE1-4F9C-B398-83321E287204}"/>
          </ac:spMkLst>
        </pc:spChg>
        <pc:graphicFrameChg chg="add">
          <ac:chgData name="Zahid  Mehmood" userId="81925f02-6c57-415d-acff-cce7bb65b9aa" providerId="ADAL" clId="{A19230FE-31F7-41A4-ABC9-711F32C203A9}" dt="2026-03-25T07:19:33.502" v="9" actId="26606"/>
          <ac:graphicFrameMkLst>
            <pc:docMk/>
            <pc:sldMk cId="0" sldId="257"/>
            <ac:graphicFrameMk id="14" creationId="{9A12BBDC-FC63-87BB-5417-06D7C1D73885}"/>
          </ac:graphicFrameMkLst>
        </pc:graphicFrameChg>
        <pc:picChg chg="add">
          <ac:chgData name="Zahid  Mehmood" userId="81925f02-6c57-415d-acff-cce7bb65b9aa" providerId="ADAL" clId="{A19230FE-31F7-41A4-ABC9-711F32C203A9}" dt="2026-03-25T07:18:32.997" v="5" actId="26606"/>
          <ac:picMkLst>
            <pc:docMk/>
            <pc:sldMk cId="0" sldId="257"/>
            <ac:picMk id="7" creationId="{AEC0DDF2-B712-E5D7-B4C6-FABA0FE45055}"/>
          </ac:picMkLst>
        </pc:picChg>
      </pc:sldChg>
      <pc:sldChg chg="addSp modSp mod setBg">
        <pc:chgData name="Zahid  Mehmood" userId="81925f02-6c57-415d-acff-cce7bb65b9aa" providerId="ADAL" clId="{A19230FE-31F7-41A4-ABC9-711F32C203A9}" dt="2026-03-25T07:51:10.375" v="174" actId="14100"/>
        <pc:sldMkLst>
          <pc:docMk/>
          <pc:sldMk cId="0" sldId="258"/>
        </pc:sldMkLst>
        <pc:spChg chg="mod">
          <ac:chgData name="Zahid  Mehmood" userId="81925f02-6c57-415d-acff-cce7bb65b9aa" providerId="ADAL" clId="{A19230FE-31F7-41A4-ABC9-711F32C203A9}" dt="2026-03-25T07:50:56.030" v="172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Zahid  Mehmood" userId="81925f02-6c57-415d-acff-cce7bb65b9aa" providerId="ADAL" clId="{A19230FE-31F7-41A4-ABC9-711F32C203A9}" dt="2026-03-25T07:51:10.375" v="174" actId="14100"/>
          <ac:spMkLst>
            <pc:docMk/>
            <pc:sldMk cId="0" sldId="258"/>
            <ac:spMk id="3" creationId="{00000000-0000-0000-0000-000000000000}"/>
          </ac:spMkLst>
        </pc:spChg>
        <pc:spChg chg="add">
          <ac:chgData name="Zahid  Mehmood" userId="81925f02-6c57-415d-acff-cce7bb65b9aa" providerId="ADAL" clId="{A19230FE-31F7-41A4-ABC9-711F32C203A9}" dt="2026-03-25T07:50:56.030" v="172" actId="26606"/>
          <ac:spMkLst>
            <pc:docMk/>
            <pc:sldMk cId="0" sldId="258"/>
            <ac:spMk id="10" creationId="{59A309A7-1751-4ABE-A3C1-EEC40366AD89}"/>
          </ac:spMkLst>
        </pc:spChg>
        <pc:spChg chg="add">
          <ac:chgData name="Zahid  Mehmood" userId="81925f02-6c57-415d-acff-cce7bb65b9aa" providerId="ADAL" clId="{A19230FE-31F7-41A4-ABC9-711F32C203A9}" dt="2026-03-25T07:50:56.030" v="172" actId="26606"/>
          <ac:spMkLst>
            <pc:docMk/>
            <pc:sldMk cId="0" sldId="258"/>
            <ac:spMk id="12" creationId="{967D8EB6-EAE1-4F9C-B398-83321E287204}"/>
          </ac:spMkLst>
        </pc:spChg>
        <pc:picChg chg="add">
          <ac:chgData name="Zahid  Mehmood" userId="81925f02-6c57-415d-acff-cce7bb65b9aa" providerId="ADAL" clId="{A19230FE-31F7-41A4-ABC9-711F32C203A9}" dt="2026-03-25T07:50:56.030" v="172" actId="26606"/>
          <ac:picMkLst>
            <pc:docMk/>
            <pc:sldMk cId="0" sldId="258"/>
            <ac:picMk id="7" creationId="{8DD0E6F2-F31D-0361-F838-B30DB1A8D75A}"/>
          </ac:picMkLst>
        </pc:picChg>
      </pc:sldChg>
      <pc:sldChg chg="modSp mod">
        <pc:chgData name="Zahid  Mehmood" userId="81925f02-6c57-415d-acff-cce7bb65b9aa" providerId="ADAL" clId="{A19230FE-31F7-41A4-ABC9-711F32C203A9}" dt="2026-03-25T07:20:23.809" v="13" actId="255"/>
        <pc:sldMkLst>
          <pc:docMk/>
          <pc:sldMk cId="0" sldId="259"/>
        </pc:sldMkLst>
        <pc:spChg chg="mod">
          <ac:chgData name="Zahid  Mehmood" userId="81925f02-6c57-415d-acff-cce7bb65b9aa" providerId="ADAL" clId="{A19230FE-31F7-41A4-ABC9-711F32C203A9}" dt="2026-03-25T07:20:23.809" v="13" actId="255"/>
          <ac:spMkLst>
            <pc:docMk/>
            <pc:sldMk cId="0" sldId="259"/>
            <ac:spMk id="3" creationId="{00000000-0000-0000-0000-000000000000}"/>
          </ac:spMkLst>
        </pc:spChg>
      </pc:sldChg>
      <pc:sldChg chg="addSp modSp mod setBg">
        <pc:chgData name="Zahid  Mehmood" userId="81925f02-6c57-415d-acff-cce7bb65b9aa" providerId="ADAL" clId="{A19230FE-31F7-41A4-ABC9-711F32C203A9}" dt="2026-03-25T07:57:34.871" v="228" actId="14100"/>
        <pc:sldMkLst>
          <pc:docMk/>
          <pc:sldMk cId="0" sldId="260"/>
        </pc:sldMkLst>
        <pc:spChg chg="mod">
          <ac:chgData name="Zahid  Mehmood" userId="81925f02-6c57-415d-acff-cce7bb65b9aa" providerId="ADAL" clId="{A19230FE-31F7-41A4-ABC9-711F32C203A9}" dt="2026-03-25T07:57:08.709" v="222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Zahid  Mehmood" userId="81925f02-6c57-415d-acff-cce7bb65b9aa" providerId="ADAL" clId="{A19230FE-31F7-41A4-ABC9-711F32C203A9}" dt="2026-03-25T07:57:34.871" v="228" actId="14100"/>
          <ac:spMkLst>
            <pc:docMk/>
            <pc:sldMk cId="0" sldId="260"/>
            <ac:spMk id="3" creationId="{00000000-0000-0000-0000-000000000000}"/>
          </ac:spMkLst>
        </pc:spChg>
        <pc:spChg chg="add">
          <ac:chgData name="Zahid  Mehmood" userId="81925f02-6c57-415d-acff-cce7bb65b9aa" providerId="ADAL" clId="{A19230FE-31F7-41A4-ABC9-711F32C203A9}" dt="2026-03-25T07:57:08.709" v="222" actId="26606"/>
          <ac:spMkLst>
            <pc:docMk/>
            <pc:sldMk cId="0" sldId="260"/>
            <ac:spMk id="10" creationId="{59A309A7-1751-4ABE-A3C1-EEC40366AD89}"/>
          </ac:spMkLst>
        </pc:spChg>
        <pc:spChg chg="add">
          <ac:chgData name="Zahid  Mehmood" userId="81925f02-6c57-415d-acff-cce7bb65b9aa" providerId="ADAL" clId="{A19230FE-31F7-41A4-ABC9-711F32C203A9}" dt="2026-03-25T07:57:08.709" v="222" actId="26606"/>
          <ac:spMkLst>
            <pc:docMk/>
            <pc:sldMk cId="0" sldId="260"/>
            <ac:spMk id="12" creationId="{967D8EB6-EAE1-4F9C-B398-83321E287204}"/>
          </ac:spMkLst>
        </pc:spChg>
        <pc:picChg chg="add">
          <ac:chgData name="Zahid  Mehmood" userId="81925f02-6c57-415d-acff-cce7bb65b9aa" providerId="ADAL" clId="{A19230FE-31F7-41A4-ABC9-711F32C203A9}" dt="2026-03-25T07:57:08.709" v="222" actId="26606"/>
          <ac:picMkLst>
            <pc:docMk/>
            <pc:sldMk cId="0" sldId="260"/>
            <ac:picMk id="7" creationId="{2BCCFC7E-735B-A68F-B82F-0007D3EB87D7}"/>
          </ac:picMkLst>
        </pc:picChg>
      </pc:sldChg>
      <pc:sldChg chg="modSp mod">
        <pc:chgData name="Zahid  Mehmood" userId="81925f02-6c57-415d-acff-cce7bb65b9aa" providerId="ADAL" clId="{A19230FE-31F7-41A4-ABC9-711F32C203A9}" dt="2026-03-25T07:58:01.037" v="231" actId="255"/>
        <pc:sldMkLst>
          <pc:docMk/>
          <pc:sldMk cId="0" sldId="261"/>
        </pc:sldMkLst>
        <pc:spChg chg="mod">
          <ac:chgData name="Zahid  Mehmood" userId="81925f02-6c57-415d-acff-cce7bb65b9aa" providerId="ADAL" clId="{A19230FE-31F7-41A4-ABC9-711F32C203A9}" dt="2026-03-25T07:37:56.853" v="51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Zahid  Mehmood" userId="81925f02-6c57-415d-acff-cce7bb65b9aa" providerId="ADAL" clId="{A19230FE-31F7-41A4-ABC9-711F32C203A9}" dt="2026-03-25T07:58:01.037" v="231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1:27.059" v="20" actId="255"/>
        <pc:sldMkLst>
          <pc:docMk/>
          <pc:sldMk cId="0" sldId="262"/>
        </pc:sldMkLst>
        <pc:spChg chg="mod">
          <ac:chgData name="Zahid  Mehmood" userId="81925f02-6c57-415d-acff-cce7bb65b9aa" providerId="ADAL" clId="{A19230FE-31F7-41A4-ABC9-711F32C203A9}" dt="2026-03-25T07:21:27.059" v="20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1:39.982" v="22" actId="255"/>
        <pc:sldMkLst>
          <pc:docMk/>
          <pc:sldMk cId="0" sldId="263"/>
        </pc:sldMkLst>
        <pc:spChg chg="mod">
          <ac:chgData name="Zahid  Mehmood" userId="81925f02-6c57-415d-acff-cce7bb65b9aa" providerId="ADAL" clId="{A19230FE-31F7-41A4-ABC9-711F32C203A9}" dt="2026-03-25T07:21:39.982" v="22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37:56.935" v="52" actId="27636"/>
        <pc:sldMkLst>
          <pc:docMk/>
          <pc:sldMk cId="0" sldId="264"/>
        </pc:sldMkLst>
        <pc:spChg chg="mod">
          <ac:chgData name="Zahid  Mehmood" userId="81925f02-6c57-415d-acff-cce7bb65b9aa" providerId="ADAL" clId="{A19230FE-31F7-41A4-ABC9-711F32C203A9}" dt="2026-03-25T07:37:56.935" v="52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Zahid  Mehmood" userId="81925f02-6c57-415d-acff-cce7bb65b9aa" providerId="ADAL" clId="{A19230FE-31F7-41A4-ABC9-711F32C203A9}" dt="2026-03-25T07:21:58.928" v="24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2:12.669" v="27" actId="255"/>
        <pc:sldMkLst>
          <pc:docMk/>
          <pc:sldMk cId="0" sldId="265"/>
        </pc:sldMkLst>
        <pc:spChg chg="mod">
          <ac:chgData name="Zahid  Mehmood" userId="81925f02-6c57-415d-acff-cce7bb65b9aa" providerId="ADAL" clId="{A19230FE-31F7-41A4-ABC9-711F32C203A9}" dt="2026-03-25T07:22:12.669" v="27" actId="25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2:26.693" v="29" actId="255"/>
        <pc:sldMkLst>
          <pc:docMk/>
          <pc:sldMk cId="0" sldId="266"/>
        </pc:sldMkLst>
        <pc:spChg chg="mod">
          <ac:chgData name="Zahid  Mehmood" userId="81925f02-6c57-415d-acff-cce7bb65b9aa" providerId="ADAL" clId="{A19230FE-31F7-41A4-ABC9-711F32C203A9}" dt="2026-03-25T07:22:26.693" v="29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2:40.993" v="31" actId="255"/>
        <pc:sldMkLst>
          <pc:docMk/>
          <pc:sldMk cId="0" sldId="267"/>
        </pc:sldMkLst>
        <pc:spChg chg="mod">
          <ac:chgData name="Zahid  Mehmood" userId="81925f02-6c57-415d-acff-cce7bb65b9aa" providerId="ADAL" clId="{A19230FE-31F7-41A4-ABC9-711F32C203A9}" dt="2026-03-25T07:22:40.993" v="31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2:59.520" v="33" actId="255"/>
        <pc:sldMkLst>
          <pc:docMk/>
          <pc:sldMk cId="0" sldId="268"/>
        </pc:sldMkLst>
        <pc:spChg chg="mod">
          <ac:chgData name="Zahid  Mehmood" userId="81925f02-6c57-415d-acff-cce7bb65b9aa" providerId="ADAL" clId="{A19230FE-31F7-41A4-ABC9-711F32C203A9}" dt="2026-03-25T07:22:59.520" v="33" actId="255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3:18.178" v="35" actId="255"/>
        <pc:sldMkLst>
          <pc:docMk/>
          <pc:sldMk cId="0" sldId="269"/>
        </pc:sldMkLst>
        <pc:spChg chg="mod">
          <ac:chgData name="Zahid  Mehmood" userId="81925f02-6c57-415d-acff-cce7bb65b9aa" providerId="ADAL" clId="{A19230FE-31F7-41A4-ABC9-711F32C203A9}" dt="2026-03-25T07:23:18.178" v="35" actId="255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3:31.203" v="37" actId="255"/>
        <pc:sldMkLst>
          <pc:docMk/>
          <pc:sldMk cId="0" sldId="270"/>
        </pc:sldMkLst>
        <pc:spChg chg="mod">
          <ac:chgData name="Zahid  Mehmood" userId="81925f02-6c57-415d-acff-cce7bb65b9aa" providerId="ADAL" clId="{A19230FE-31F7-41A4-ABC9-711F32C203A9}" dt="2026-03-25T07:23:31.203" v="37" actId="255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37:56.814" v="50" actId="27636"/>
        <pc:sldMkLst>
          <pc:docMk/>
          <pc:sldMk cId="0" sldId="271"/>
        </pc:sldMkLst>
        <pc:spChg chg="mod">
          <ac:chgData name="Zahid  Mehmood" userId="81925f02-6c57-415d-acff-cce7bb65b9aa" providerId="ADAL" clId="{A19230FE-31F7-41A4-ABC9-711F32C203A9}" dt="2026-03-25T07:37:56.814" v="50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Zahid  Mehmood" userId="81925f02-6c57-415d-acff-cce7bb65b9aa" providerId="ADAL" clId="{A19230FE-31F7-41A4-ABC9-711F32C203A9}" dt="2026-03-25T07:23:39.074" v="38" actId="255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3:51.234" v="40" actId="12"/>
        <pc:sldMkLst>
          <pc:docMk/>
          <pc:sldMk cId="0" sldId="272"/>
        </pc:sldMkLst>
        <pc:spChg chg="mod">
          <ac:chgData name="Zahid  Mehmood" userId="81925f02-6c57-415d-acff-cce7bb65b9aa" providerId="ADAL" clId="{A19230FE-31F7-41A4-ABC9-711F32C203A9}" dt="2026-03-25T07:23:51.234" v="40" actId="12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49:55.067" v="169" actId="113"/>
        <pc:sldMkLst>
          <pc:docMk/>
          <pc:sldMk cId="0" sldId="273"/>
        </pc:sldMkLst>
        <pc:spChg chg="mod">
          <ac:chgData name="Zahid  Mehmood" userId="81925f02-6c57-415d-acff-cce7bb65b9aa" providerId="ADAL" clId="{A19230FE-31F7-41A4-ABC9-711F32C203A9}" dt="2026-03-25T07:49:55.067" v="169" actId="113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5T07:24:28.859" v="45" actId="255"/>
        <pc:sldMkLst>
          <pc:docMk/>
          <pc:sldMk cId="0" sldId="274"/>
        </pc:sldMkLst>
        <pc:spChg chg="mod">
          <ac:chgData name="Zahid  Mehmood" userId="81925f02-6c57-415d-acff-cce7bb65b9aa" providerId="ADAL" clId="{A19230FE-31F7-41A4-ABC9-711F32C203A9}" dt="2026-03-25T07:24:28.859" v="45" actId="255"/>
          <ac:spMkLst>
            <pc:docMk/>
            <pc:sldMk cId="0" sldId="274"/>
            <ac:spMk id="3" creationId="{00000000-0000-0000-0000-000000000000}"/>
          </ac:spMkLst>
        </pc:spChg>
      </pc:sldChg>
      <pc:sldChg chg="modSp add mod">
        <pc:chgData name="Zahid  Mehmood" userId="81925f02-6c57-415d-acff-cce7bb65b9aa" providerId="ADAL" clId="{A19230FE-31F7-41A4-ABC9-711F32C203A9}" dt="2026-03-25T07:38:52.601" v="64" actId="255"/>
        <pc:sldMkLst>
          <pc:docMk/>
          <pc:sldMk cId="3706102717" sldId="275"/>
        </pc:sldMkLst>
        <pc:spChg chg="mod">
          <ac:chgData name="Zahid  Mehmood" userId="81925f02-6c57-415d-acff-cce7bb65b9aa" providerId="ADAL" clId="{A19230FE-31F7-41A4-ABC9-711F32C203A9}" dt="2026-03-25T07:38:15.125" v="55"/>
          <ac:spMkLst>
            <pc:docMk/>
            <pc:sldMk cId="3706102717" sldId="275"/>
            <ac:spMk id="2" creationId="{640AAE23-7761-A625-E92E-B0F5FCA861E9}"/>
          </ac:spMkLst>
        </pc:spChg>
        <pc:spChg chg="mod">
          <ac:chgData name="Zahid  Mehmood" userId="81925f02-6c57-415d-acff-cce7bb65b9aa" providerId="ADAL" clId="{A19230FE-31F7-41A4-ABC9-711F32C203A9}" dt="2026-03-25T07:38:52.601" v="64" actId="255"/>
          <ac:spMkLst>
            <pc:docMk/>
            <pc:sldMk cId="3706102717" sldId="275"/>
            <ac:spMk id="3" creationId="{BC87A547-F712-207C-B76F-D45D442F5853}"/>
          </ac:spMkLst>
        </pc:spChg>
      </pc:sldChg>
      <pc:sldChg chg="modSp add mod">
        <pc:chgData name="Zahid  Mehmood" userId="81925f02-6c57-415d-acff-cce7bb65b9aa" providerId="ADAL" clId="{A19230FE-31F7-41A4-ABC9-711F32C203A9}" dt="2026-03-25T07:39:51.408" v="78" actId="27636"/>
        <pc:sldMkLst>
          <pc:docMk/>
          <pc:sldMk cId="1535680432" sldId="276"/>
        </pc:sldMkLst>
        <pc:spChg chg="mod">
          <ac:chgData name="Zahid  Mehmood" userId="81925f02-6c57-415d-acff-cce7bb65b9aa" providerId="ADAL" clId="{A19230FE-31F7-41A4-ABC9-711F32C203A9}" dt="2026-03-25T07:39:36.262" v="73"/>
          <ac:spMkLst>
            <pc:docMk/>
            <pc:sldMk cId="1535680432" sldId="276"/>
            <ac:spMk id="2" creationId="{8B2DA4A6-7CFC-1DAB-5AAD-9BFBE631305C}"/>
          </ac:spMkLst>
        </pc:spChg>
        <pc:spChg chg="mod">
          <ac:chgData name="Zahid  Mehmood" userId="81925f02-6c57-415d-acff-cce7bb65b9aa" providerId="ADAL" clId="{A19230FE-31F7-41A4-ABC9-711F32C203A9}" dt="2026-03-25T07:39:51.408" v="78" actId="27636"/>
          <ac:spMkLst>
            <pc:docMk/>
            <pc:sldMk cId="1535680432" sldId="276"/>
            <ac:spMk id="3" creationId="{6150560A-B36D-F6A1-755A-D463FC088965}"/>
          </ac:spMkLst>
        </pc:spChg>
      </pc:sldChg>
      <pc:sldChg chg="modSp add mod">
        <pc:chgData name="Zahid  Mehmood" userId="81925f02-6c57-415d-acff-cce7bb65b9aa" providerId="ADAL" clId="{A19230FE-31F7-41A4-ABC9-711F32C203A9}" dt="2026-03-25T07:40:50.654" v="86" actId="255"/>
        <pc:sldMkLst>
          <pc:docMk/>
          <pc:sldMk cId="3217881717" sldId="277"/>
        </pc:sldMkLst>
        <pc:spChg chg="mod">
          <ac:chgData name="Zahid  Mehmood" userId="81925f02-6c57-415d-acff-cce7bb65b9aa" providerId="ADAL" clId="{A19230FE-31F7-41A4-ABC9-711F32C203A9}" dt="2026-03-25T07:40:38.896" v="84" actId="27636"/>
          <ac:spMkLst>
            <pc:docMk/>
            <pc:sldMk cId="3217881717" sldId="277"/>
            <ac:spMk id="2" creationId="{10141320-4268-6BDC-6261-A6D133593333}"/>
          </ac:spMkLst>
        </pc:spChg>
        <pc:spChg chg="mod">
          <ac:chgData name="Zahid  Mehmood" userId="81925f02-6c57-415d-acff-cce7bb65b9aa" providerId="ADAL" clId="{A19230FE-31F7-41A4-ABC9-711F32C203A9}" dt="2026-03-25T07:40:50.654" v="86" actId="255"/>
          <ac:spMkLst>
            <pc:docMk/>
            <pc:sldMk cId="3217881717" sldId="277"/>
            <ac:spMk id="3" creationId="{C29F5684-180D-B9DE-4E34-3807354785DF}"/>
          </ac:spMkLst>
        </pc:spChg>
      </pc:sldChg>
      <pc:sldChg chg="addSp modSp add mod">
        <pc:chgData name="Zahid  Mehmood" userId="81925f02-6c57-415d-acff-cce7bb65b9aa" providerId="ADAL" clId="{A19230FE-31F7-41A4-ABC9-711F32C203A9}" dt="2026-03-25T07:42:02.973" v="96"/>
        <pc:sldMkLst>
          <pc:docMk/>
          <pc:sldMk cId="3367233077" sldId="278"/>
        </pc:sldMkLst>
        <pc:spChg chg="mod">
          <ac:chgData name="Zahid  Mehmood" userId="81925f02-6c57-415d-acff-cce7bb65b9aa" providerId="ADAL" clId="{A19230FE-31F7-41A4-ABC9-711F32C203A9}" dt="2026-03-25T07:41:36.889" v="95"/>
          <ac:spMkLst>
            <pc:docMk/>
            <pc:sldMk cId="3367233077" sldId="278"/>
            <ac:spMk id="2" creationId="{1BC1B0F5-BEF8-E092-5D18-5D430C6A2092}"/>
          </ac:spMkLst>
        </pc:spChg>
        <pc:spChg chg="mod">
          <ac:chgData name="Zahid  Mehmood" userId="81925f02-6c57-415d-acff-cce7bb65b9aa" providerId="ADAL" clId="{A19230FE-31F7-41A4-ABC9-711F32C203A9}" dt="2026-03-25T07:41:33.585" v="94" actId="27636"/>
          <ac:spMkLst>
            <pc:docMk/>
            <pc:sldMk cId="3367233077" sldId="278"/>
            <ac:spMk id="3" creationId="{536EAEB2-B0D3-C031-0A67-76C72CF42833}"/>
          </ac:spMkLst>
        </pc:spChg>
        <pc:graphicFrameChg chg="add mod">
          <ac:chgData name="Zahid  Mehmood" userId="81925f02-6c57-415d-acff-cce7bb65b9aa" providerId="ADAL" clId="{A19230FE-31F7-41A4-ABC9-711F32C203A9}" dt="2026-03-25T07:42:02.973" v="96"/>
          <ac:graphicFrameMkLst>
            <pc:docMk/>
            <pc:sldMk cId="3367233077" sldId="278"/>
            <ac:graphicFrameMk id="4" creationId="{6D474A74-9BE8-1BF2-E2D9-9F74F41AAD41}"/>
          </ac:graphicFrameMkLst>
        </pc:graphicFrameChg>
      </pc:sldChg>
      <pc:sldChg chg="addSp delSp modSp add mod setBg">
        <pc:chgData name="Zahid  Mehmood" userId="81925f02-6c57-415d-acff-cce7bb65b9aa" providerId="ADAL" clId="{A19230FE-31F7-41A4-ABC9-711F32C203A9}" dt="2026-03-25T07:43:09.692" v="111" actId="14100"/>
        <pc:sldMkLst>
          <pc:docMk/>
          <pc:sldMk cId="1020794166" sldId="279"/>
        </pc:sldMkLst>
        <pc:spChg chg="mod">
          <ac:chgData name="Zahid  Mehmood" userId="81925f02-6c57-415d-acff-cce7bb65b9aa" providerId="ADAL" clId="{A19230FE-31F7-41A4-ABC9-711F32C203A9}" dt="2026-03-25T07:43:05.235" v="110" actId="14100"/>
          <ac:spMkLst>
            <pc:docMk/>
            <pc:sldMk cId="1020794166" sldId="279"/>
            <ac:spMk id="2" creationId="{07FE3998-F77E-2B65-E032-9FFC0F5B90E0}"/>
          </ac:spMkLst>
        </pc:spChg>
        <pc:spChg chg="del mod">
          <ac:chgData name="Zahid  Mehmood" userId="81925f02-6c57-415d-acff-cce7bb65b9aa" providerId="ADAL" clId="{A19230FE-31F7-41A4-ABC9-711F32C203A9}" dt="2026-03-25T07:42:16.872" v="100"/>
          <ac:spMkLst>
            <pc:docMk/>
            <pc:sldMk cId="1020794166" sldId="279"/>
            <ac:spMk id="3" creationId="{D2FF222F-E5CD-E288-5FEB-86120C129F86}"/>
          </ac:spMkLst>
        </pc:spChg>
        <pc:grpChg chg="add">
          <ac:chgData name="Zahid  Mehmood" userId="81925f02-6c57-415d-acff-cce7bb65b9aa" providerId="ADAL" clId="{A19230FE-31F7-41A4-ABC9-711F32C203A9}" dt="2026-03-25T07:42:34.097" v="104" actId="26606"/>
          <ac:grpSpMkLst>
            <pc:docMk/>
            <pc:sldMk cId="1020794166" sldId="279"/>
            <ac:grpSpMk id="9" creationId="{117ED9EE-380C-224B-8619-61C6C01B1B1D}"/>
          </ac:grpSpMkLst>
        </pc:grpChg>
        <pc:graphicFrameChg chg="add mod modGraphic">
          <ac:chgData name="Zahid  Mehmood" userId="81925f02-6c57-415d-acff-cce7bb65b9aa" providerId="ADAL" clId="{A19230FE-31F7-41A4-ABC9-711F32C203A9}" dt="2026-03-25T07:43:09.692" v="111" actId="14100"/>
          <ac:graphicFrameMkLst>
            <pc:docMk/>
            <pc:sldMk cId="1020794166" sldId="279"/>
            <ac:graphicFrameMk id="4" creationId="{A5942ECB-DDBA-CE2A-8B3C-88921A6430CE}"/>
          </ac:graphicFrameMkLst>
        </pc:graphicFrameChg>
      </pc:sldChg>
      <pc:sldChg chg="modSp add mod">
        <pc:chgData name="Zahid  Mehmood" userId="81925f02-6c57-415d-acff-cce7bb65b9aa" providerId="ADAL" clId="{A19230FE-31F7-41A4-ABC9-711F32C203A9}" dt="2026-03-25T07:46:04.726" v="139" actId="20577"/>
        <pc:sldMkLst>
          <pc:docMk/>
          <pc:sldMk cId="2689618518" sldId="280"/>
        </pc:sldMkLst>
        <pc:spChg chg="mod">
          <ac:chgData name="Zahid  Mehmood" userId="81925f02-6c57-415d-acff-cce7bb65b9aa" providerId="ADAL" clId="{A19230FE-31F7-41A4-ABC9-711F32C203A9}" dt="2026-03-25T07:46:04.726" v="139" actId="20577"/>
          <ac:spMkLst>
            <pc:docMk/>
            <pc:sldMk cId="2689618518" sldId="280"/>
            <ac:spMk id="2" creationId="{17841BEF-DC96-9310-8F22-4BCDA3A593A6}"/>
          </ac:spMkLst>
        </pc:spChg>
        <pc:spChg chg="mod">
          <ac:chgData name="Zahid  Mehmood" userId="81925f02-6c57-415d-acff-cce7bb65b9aa" providerId="ADAL" clId="{A19230FE-31F7-41A4-ABC9-711F32C203A9}" dt="2026-03-25T07:44:53.145" v="126" actId="27636"/>
          <ac:spMkLst>
            <pc:docMk/>
            <pc:sldMk cId="2689618518" sldId="280"/>
            <ac:spMk id="3" creationId="{8A1F290D-6F1D-C541-CE0E-3DC549429B82}"/>
          </ac:spMkLst>
        </pc:spChg>
      </pc:sldChg>
      <pc:sldChg chg="modSp add mod">
        <pc:chgData name="Zahid  Mehmood" userId="81925f02-6c57-415d-acff-cce7bb65b9aa" providerId="ADAL" clId="{A19230FE-31F7-41A4-ABC9-711F32C203A9}" dt="2026-03-25T07:46:34.692" v="145" actId="20577"/>
        <pc:sldMkLst>
          <pc:docMk/>
          <pc:sldMk cId="2515327538" sldId="281"/>
        </pc:sldMkLst>
        <pc:spChg chg="mod">
          <ac:chgData name="Zahid  Mehmood" userId="81925f02-6c57-415d-acff-cce7bb65b9aa" providerId="ADAL" clId="{A19230FE-31F7-41A4-ABC9-711F32C203A9}" dt="2026-03-25T07:45:57.519" v="137"/>
          <ac:spMkLst>
            <pc:docMk/>
            <pc:sldMk cId="2515327538" sldId="281"/>
            <ac:spMk id="2" creationId="{1A01499F-A67C-48BC-3987-2F257BF4E294}"/>
          </ac:spMkLst>
        </pc:spChg>
        <pc:spChg chg="mod">
          <ac:chgData name="Zahid  Mehmood" userId="81925f02-6c57-415d-acff-cce7bb65b9aa" providerId="ADAL" clId="{A19230FE-31F7-41A4-ABC9-711F32C203A9}" dt="2026-03-25T07:46:34.692" v="145" actId="20577"/>
          <ac:spMkLst>
            <pc:docMk/>
            <pc:sldMk cId="2515327538" sldId="281"/>
            <ac:spMk id="3" creationId="{1AD502A8-3C31-94E7-F676-4B15453019BF}"/>
          </ac:spMkLst>
        </pc:spChg>
      </pc:sldChg>
      <pc:sldChg chg="modSp add mod">
        <pc:chgData name="Zahid  Mehmood" userId="81925f02-6c57-415d-acff-cce7bb65b9aa" providerId="ADAL" clId="{A19230FE-31F7-41A4-ABC9-711F32C203A9}" dt="2026-03-25T07:47:30.123" v="157" actId="14100"/>
        <pc:sldMkLst>
          <pc:docMk/>
          <pc:sldMk cId="1931782087" sldId="282"/>
        </pc:sldMkLst>
        <pc:spChg chg="mod">
          <ac:chgData name="Zahid  Mehmood" userId="81925f02-6c57-415d-acff-cce7bb65b9aa" providerId="ADAL" clId="{A19230FE-31F7-41A4-ABC9-711F32C203A9}" dt="2026-03-25T07:47:23.823" v="156" actId="27636"/>
          <ac:spMkLst>
            <pc:docMk/>
            <pc:sldMk cId="1931782087" sldId="282"/>
            <ac:spMk id="2" creationId="{10E84A6D-FF47-943F-001A-CEBEE453F0D4}"/>
          </ac:spMkLst>
        </pc:spChg>
        <pc:spChg chg="mod">
          <ac:chgData name="Zahid  Mehmood" userId="81925f02-6c57-415d-acff-cce7bb65b9aa" providerId="ADAL" clId="{A19230FE-31F7-41A4-ABC9-711F32C203A9}" dt="2026-03-25T07:47:30.123" v="157" actId="14100"/>
          <ac:spMkLst>
            <pc:docMk/>
            <pc:sldMk cId="1931782087" sldId="282"/>
            <ac:spMk id="3" creationId="{A7D347D9-86A6-A06E-E501-7836E916DFF7}"/>
          </ac:spMkLst>
        </pc:spChg>
      </pc:sldChg>
      <pc:sldChg chg="modSp add mod">
        <pc:chgData name="Zahid  Mehmood" userId="81925f02-6c57-415d-acff-cce7bb65b9aa" providerId="ADAL" clId="{A19230FE-31F7-41A4-ABC9-711F32C203A9}" dt="2026-03-25T07:48:31.849" v="168"/>
        <pc:sldMkLst>
          <pc:docMk/>
          <pc:sldMk cId="2185489526" sldId="283"/>
        </pc:sldMkLst>
        <pc:spChg chg="mod">
          <ac:chgData name="Zahid  Mehmood" userId="81925f02-6c57-415d-acff-cce7bb65b9aa" providerId="ADAL" clId="{A19230FE-31F7-41A4-ABC9-711F32C203A9}" dt="2026-03-25T07:48:31.849" v="168"/>
          <ac:spMkLst>
            <pc:docMk/>
            <pc:sldMk cId="2185489526" sldId="283"/>
            <ac:spMk id="2" creationId="{991CD031-B532-05BF-B51A-937814C313C0}"/>
          </ac:spMkLst>
        </pc:spChg>
        <pc:spChg chg="mod">
          <ac:chgData name="Zahid  Mehmood" userId="81925f02-6c57-415d-acff-cce7bb65b9aa" providerId="ADAL" clId="{A19230FE-31F7-41A4-ABC9-711F32C203A9}" dt="2026-03-25T07:48:28.422" v="167" actId="27636"/>
          <ac:spMkLst>
            <pc:docMk/>
            <pc:sldMk cId="2185489526" sldId="283"/>
            <ac:spMk id="3" creationId="{D83CCC72-A5C4-2AA5-954F-75736CF84B37}"/>
          </ac:spMkLst>
        </pc:spChg>
      </pc:sldChg>
      <pc:sldChg chg="modSp add mod">
        <pc:chgData name="Zahid  Mehmood" userId="81925f02-6c57-415d-acff-cce7bb65b9aa" providerId="ADAL" clId="{A19230FE-31F7-41A4-ABC9-711F32C203A9}" dt="2026-03-25T07:53:23.238" v="189" actId="14100"/>
        <pc:sldMkLst>
          <pc:docMk/>
          <pc:sldMk cId="3593929217" sldId="284"/>
        </pc:sldMkLst>
        <pc:spChg chg="mod">
          <ac:chgData name="Zahid  Mehmood" userId="81925f02-6c57-415d-acff-cce7bb65b9aa" providerId="ADAL" clId="{A19230FE-31F7-41A4-ABC9-711F32C203A9}" dt="2026-03-25T07:53:13.574" v="186" actId="1076"/>
          <ac:spMkLst>
            <pc:docMk/>
            <pc:sldMk cId="3593929217" sldId="284"/>
            <ac:spMk id="2" creationId="{D14A753A-2F3E-9582-8A67-0B2C7E76B087}"/>
          </ac:spMkLst>
        </pc:spChg>
        <pc:spChg chg="mod">
          <ac:chgData name="Zahid  Mehmood" userId="81925f02-6c57-415d-acff-cce7bb65b9aa" providerId="ADAL" clId="{A19230FE-31F7-41A4-ABC9-711F32C203A9}" dt="2026-03-25T07:53:23.238" v="189" actId="14100"/>
          <ac:spMkLst>
            <pc:docMk/>
            <pc:sldMk cId="3593929217" sldId="284"/>
            <ac:spMk id="3" creationId="{D6B0B857-63B0-6DFC-2789-3CB1F70EC1BE}"/>
          </ac:spMkLst>
        </pc:spChg>
      </pc:sldChg>
      <pc:sldChg chg="modSp add mod">
        <pc:chgData name="Zahid  Mehmood" userId="81925f02-6c57-415d-acff-cce7bb65b9aa" providerId="ADAL" clId="{A19230FE-31F7-41A4-ABC9-711F32C203A9}" dt="2026-03-25T07:54:01.986" v="197"/>
        <pc:sldMkLst>
          <pc:docMk/>
          <pc:sldMk cId="2412428764" sldId="285"/>
        </pc:sldMkLst>
        <pc:spChg chg="mod">
          <ac:chgData name="Zahid  Mehmood" userId="81925f02-6c57-415d-acff-cce7bb65b9aa" providerId="ADAL" clId="{A19230FE-31F7-41A4-ABC9-711F32C203A9}" dt="2026-03-25T07:54:01.986" v="197"/>
          <ac:spMkLst>
            <pc:docMk/>
            <pc:sldMk cId="2412428764" sldId="285"/>
            <ac:spMk id="2" creationId="{236CC5C4-1689-BEC1-68C7-114160B2F8C7}"/>
          </ac:spMkLst>
        </pc:spChg>
        <pc:spChg chg="mod">
          <ac:chgData name="Zahid  Mehmood" userId="81925f02-6c57-415d-acff-cce7bb65b9aa" providerId="ADAL" clId="{A19230FE-31F7-41A4-ABC9-711F32C203A9}" dt="2026-03-25T07:53:58.934" v="196" actId="27636"/>
          <ac:spMkLst>
            <pc:docMk/>
            <pc:sldMk cId="2412428764" sldId="285"/>
            <ac:spMk id="3" creationId="{187C83A9-4E6A-91BA-1B17-62EE5A86BCE9}"/>
          </ac:spMkLst>
        </pc:spChg>
      </pc:sldChg>
      <pc:sldChg chg="modSp add mod">
        <pc:chgData name="Zahid  Mehmood" userId="81925f02-6c57-415d-acff-cce7bb65b9aa" providerId="ADAL" clId="{A19230FE-31F7-41A4-ABC9-711F32C203A9}" dt="2026-03-25T07:55:11.703" v="208" actId="1076"/>
        <pc:sldMkLst>
          <pc:docMk/>
          <pc:sldMk cId="507367991" sldId="286"/>
        </pc:sldMkLst>
        <pc:spChg chg="mod">
          <ac:chgData name="Zahid  Mehmood" userId="81925f02-6c57-415d-acff-cce7bb65b9aa" providerId="ADAL" clId="{A19230FE-31F7-41A4-ABC9-711F32C203A9}" dt="2026-03-25T07:55:11.703" v="208" actId="1076"/>
          <ac:spMkLst>
            <pc:docMk/>
            <pc:sldMk cId="507367991" sldId="286"/>
            <ac:spMk id="2" creationId="{0268DF7B-B053-6CAB-A058-97280861077E}"/>
          </ac:spMkLst>
        </pc:spChg>
        <pc:spChg chg="mod">
          <ac:chgData name="Zahid  Mehmood" userId="81925f02-6c57-415d-acff-cce7bb65b9aa" providerId="ADAL" clId="{A19230FE-31F7-41A4-ABC9-711F32C203A9}" dt="2026-03-25T07:54:43.950" v="204" actId="27636"/>
          <ac:spMkLst>
            <pc:docMk/>
            <pc:sldMk cId="507367991" sldId="286"/>
            <ac:spMk id="3" creationId="{FF1DB9B1-BCCE-E26D-DD7B-6345EE773FFC}"/>
          </ac:spMkLst>
        </pc:spChg>
      </pc:sldChg>
      <pc:sldChg chg="modSp add mod">
        <pc:chgData name="Zahid  Mehmood" userId="81925f02-6c57-415d-acff-cce7bb65b9aa" providerId="ADAL" clId="{A19230FE-31F7-41A4-ABC9-711F32C203A9}" dt="2026-03-25T07:55:53.352" v="214" actId="255"/>
        <pc:sldMkLst>
          <pc:docMk/>
          <pc:sldMk cId="1480106508" sldId="287"/>
        </pc:sldMkLst>
        <pc:spChg chg="mod">
          <ac:chgData name="Zahid  Mehmood" userId="81925f02-6c57-415d-acff-cce7bb65b9aa" providerId="ADAL" clId="{A19230FE-31F7-41A4-ABC9-711F32C203A9}" dt="2026-03-25T07:55:53.352" v="214" actId="255"/>
          <ac:spMkLst>
            <pc:docMk/>
            <pc:sldMk cId="1480106508" sldId="287"/>
            <ac:spMk id="2" creationId="{70E9B229-ECA8-2B21-B051-0688C3D6D5D1}"/>
          </ac:spMkLst>
        </pc:spChg>
        <pc:spChg chg="mod">
          <ac:chgData name="Zahid  Mehmood" userId="81925f02-6c57-415d-acff-cce7bb65b9aa" providerId="ADAL" clId="{A19230FE-31F7-41A4-ABC9-711F32C203A9}" dt="2026-03-25T07:55:43.973" v="212" actId="21"/>
          <ac:spMkLst>
            <pc:docMk/>
            <pc:sldMk cId="1480106508" sldId="287"/>
            <ac:spMk id="3" creationId="{48821E3F-420C-D78C-A6D6-C86B1677B551}"/>
          </ac:spMkLst>
        </pc:spChg>
      </pc:sldChg>
      <pc:sldChg chg="modSp add mod">
        <pc:chgData name="Zahid  Mehmood" userId="81925f02-6c57-415d-acff-cce7bb65b9aa" providerId="ADAL" clId="{A19230FE-31F7-41A4-ABC9-711F32C203A9}" dt="2026-03-25T07:56:36.769" v="221"/>
        <pc:sldMkLst>
          <pc:docMk/>
          <pc:sldMk cId="3365757088" sldId="288"/>
        </pc:sldMkLst>
        <pc:spChg chg="mod">
          <ac:chgData name="Zahid  Mehmood" userId="81925f02-6c57-415d-acff-cce7bb65b9aa" providerId="ADAL" clId="{A19230FE-31F7-41A4-ABC9-711F32C203A9}" dt="2026-03-25T07:56:36.769" v="221"/>
          <ac:spMkLst>
            <pc:docMk/>
            <pc:sldMk cId="3365757088" sldId="288"/>
            <ac:spMk id="2" creationId="{084A2909-D4D9-0A2C-357E-0D3C2FADCAA0}"/>
          </ac:spMkLst>
        </pc:spChg>
        <pc:spChg chg="mod">
          <ac:chgData name="Zahid  Mehmood" userId="81925f02-6c57-415d-acff-cce7bb65b9aa" providerId="ADAL" clId="{A19230FE-31F7-41A4-ABC9-711F32C203A9}" dt="2026-03-25T07:56:33.845" v="220" actId="27636"/>
          <ac:spMkLst>
            <pc:docMk/>
            <pc:sldMk cId="3365757088" sldId="288"/>
            <ac:spMk id="3" creationId="{D4314931-E2BB-9AA8-EC03-87A892326D4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A7A60E-3C61-4E64-93EB-9C23E46558E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59ECD4-6D98-4E5B-BBC5-33A1C80E07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✔ Monitors, filters, and controls network traffic</a:t>
          </a:r>
        </a:p>
      </dgm:t>
    </dgm:pt>
    <dgm:pt modelId="{09A28450-A88B-499A-A1B7-B3B565FEA707}" type="parTrans" cxnId="{38EEBD42-C94E-4225-AF6B-A86FDD5640E1}">
      <dgm:prSet/>
      <dgm:spPr/>
      <dgm:t>
        <a:bodyPr/>
        <a:lstStyle/>
        <a:p>
          <a:endParaRPr lang="en-US"/>
        </a:p>
      </dgm:t>
    </dgm:pt>
    <dgm:pt modelId="{A6ADC17D-47DD-49B0-92A5-0EC728758437}" type="sibTrans" cxnId="{38EEBD42-C94E-4225-AF6B-A86FDD5640E1}">
      <dgm:prSet/>
      <dgm:spPr/>
      <dgm:t>
        <a:bodyPr/>
        <a:lstStyle/>
        <a:p>
          <a:endParaRPr lang="en-US"/>
        </a:p>
      </dgm:t>
    </dgm:pt>
    <dgm:pt modelId="{298CCD47-CC7D-4408-B329-3879D88621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✔ Barrier between trusted and untrusted networks</a:t>
          </a:r>
        </a:p>
      </dgm:t>
    </dgm:pt>
    <dgm:pt modelId="{9EF8BDBD-233C-43DD-AE61-5E373A31B283}" type="parTrans" cxnId="{48D1D09D-DCEC-4DDC-99B3-DF60A71235F3}">
      <dgm:prSet/>
      <dgm:spPr/>
      <dgm:t>
        <a:bodyPr/>
        <a:lstStyle/>
        <a:p>
          <a:endParaRPr lang="en-US"/>
        </a:p>
      </dgm:t>
    </dgm:pt>
    <dgm:pt modelId="{6D49A40E-DEC8-45FC-B085-D8302535C4B6}" type="sibTrans" cxnId="{48D1D09D-DCEC-4DDC-99B3-DF60A71235F3}">
      <dgm:prSet/>
      <dgm:spPr/>
      <dgm:t>
        <a:bodyPr/>
        <a:lstStyle/>
        <a:p>
          <a:endParaRPr lang="en-US"/>
        </a:p>
      </dgm:t>
    </dgm:pt>
    <dgm:pt modelId="{B954F442-E9F9-4BDF-8A6F-FF786F5799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✔ Purpose: Allow the good, block the bad</a:t>
          </a:r>
        </a:p>
      </dgm:t>
    </dgm:pt>
    <dgm:pt modelId="{AF6C2157-46A7-4215-9D28-C67E45E05925}" type="parTrans" cxnId="{76B4B671-EEF1-42D1-92B2-5749B28D4E6A}">
      <dgm:prSet/>
      <dgm:spPr/>
      <dgm:t>
        <a:bodyPr/>
        <a:lstStyle/>
        <a:p>
          <a:endParaRPr lang="en-US"/>
        </a:p>
      </dgm:t>
    </dgm:pt>
    <dgm:pt modelId="{8EF249AD-685D-4B2C-ACA8-90C3145D9886}" type="sibTrans" cxnId="{76B4B671-EEF1-42D1-92B2-5749B28D4E6A}">
      <dgm:prSet/>
      <dgm:spPr/>
      <dgm:t>
        <a:bodyPr/>
        <a:lstStyle/>
        <a:p>
          <a:endParaRPr lang="en-US"/>
        </a:p>
      </dgm:t>
    </dgm:pt>
    <dgm:pt modelId="{8F8A7F1B-F1CA-48F2-B8E4-1FFC5365B1D8}" type="pres">
      <dgm:prSet presAssocID="{C1A7A60E-3C61-4E64-93EB-9C23E46558ED}" presName="root" presStyleCnt="0">
        <dgm:presLayoutVars>
          <dgm:dir/>
          <dgm:resizeHandles val="exact"/>
        </dgm:presLayoutVars>
      </dgm:prSet>
      <dgm:spPr/>
    </dgm:pt>
    <dgm:pt modelId="{BE9E4D28-3F5F-4BCD-ABBB-858863100AF7}" type="pres">
      <dgm:prSet presAssocID="{2C59ECD4-6D98-4E5B-BBC5-33A1C80E0749}" presName="compNode" presStyleCnt="0"/>
      <dgm:spPr/>
    </dgm:pt>
    <dgm:pt modelId="{F6F5F4E2-31BB-4AB4-B85D-95A8E51ADDD6}" type="pres">
      <dgm:prSet presAssocID="{2C59ECD4-6D98-4E5B-BBC5-33A1C80E0749}" presName="bgRect" presStyleLbl="bgShp" presStyleIdx="0" presStyleCnt="3"/>
      <dgm:spPr/>
    </dgm:pt>
    <dgm:pt modelId="{33055931-1E17-4EC1-91D6-6410C211E098}" type="pres">
      <dgm:prSet presAssocID="{2C59ECD4-6D98-4E5B-BBC5-33A1C80E074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639BE8AA-03F1-446D-96EE-B1F293EEA884}" type="pres">
      <dgm:prSet presAssocID="{2C59ECD4-6D98-4E5B-BBC5-33A1C80E0749}" presName="spaceRect" presStyleCnt="0"/>
      <dgm:spPr/>
    </dgm:pt>
    <dgm:pt modelId="{8F0B6C61-CE4C-4994-8166-EA61D524CDFD}" type="pres">
      <dgm:prSet presAssocID="{2C59ECD4-6D98-4E5B-BBC5-33A1C80E0749}" presName="parTx" presStyleLbl="revTx" presStyleIdx="0" presStyleCnt="3">
        <dgm:presLayoutVars>
          <dgm:chMax val="0"/>
          <dgm:chPref val="0"/>
        </dgm:presLayoutVars>
      </dgm:prSet>
      <dgm:spPr/>
    </dgm:pt>
    <dgm:pt modelId="{254D707E-E70A-44D7-8B2E-F5D8EAAEA799}" type="pres">
      <dgm:prSet presAssocID="{A6ADC17D-47DD-49B0-92A5-0EC728758437}" presName="sibTrans" presStyleCnt="0"/>
      <dgm:spPr/>
    </dgm:pt>
    <dgm:pt modelId="{ACE4E0B8-9627-42B8-BE9B-3C7BEB2CDE88}" type="pres">
      <dgm:prSet presAssocID="{298CCD47-CC7D-4408-B329-3879D88621B6}" presName="compNode" presStyleCnt="0"/>
      <dgm:spPr/>
    </dgm:pt>
    <dgm:pt modelId="{B83C7B59-1C81-429F-AFAF-F039DE94BFA5}" type="pres">
      <dgm:prSet presAssocID="{298CCD47-CC7D-4408-B329-3879D88621B6}" presName="bgRect" presStyleLbl="bgShp" presStyleIdx="1" presStyleCnt="3"/>
      <dgm:spPr/>
    </dgm:pt>
    <dgm:pt modelId="{70711A60-CD9A-4EE9-BBFB-C5BAA22089BD}" type="pres">
      <dgm:prSet presAssocID="{298CCD47-CC7D-4408-B329-3879D88621B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90415849-1B2C-49BB-A67F-43ADF1373A3B}" type="pres">
      <dgm:prSet presAssocID="{298CCD47-CC7D-4408-B329-3879D88621B6}" presName="spaceRect" presStyleCnt="0"/>
      <dgm:spPr/>
    </dgm:pt>
    <dgm:pt modelId="{8D6CDEA4-0157-462E-9671-E247C6165B2E}" type="pres">
      <dgm:prSet presAssocID="{298CCD47-CC7D-4408-B329-3879D88621B6}" presName="parTx" presStyleLbl="revTx" presStyleIdx="1" presStyleCnt="3">
        <dgm:presLayoutVars>
          <dgm:chMax val="0"/>
          <dgm:chPref val="0"/>
        </dgm:presLayoutVars>
      </dgm:prSet>
      <dgm:spPr/>
    </dgm:pt>
    <dgm:pt modelId="{E5E3E79E-BEAF-415B-B882-4B92900A3FC2}" type="pres">
      <dgm:prSet presAssocID="{6D49A40E-DEC8-45FC-B085-D8302535C4B6}" presName="sibTrans" presStyleCnt="0"/>
      <dgm:spPr/>
    </dgm:pt>
    <dgm:pt modelId="{A58A77B4-57EA-410D-920B-31EFB9775682}" type="pres">
      <dgm:prSet presAssocID="{B954F442-E9F9-4BDF-8A6F-FF786F57992E}" presName="compNode" presStyleCnt="0"/>
      <dgm:spPr/>
    </dgm:pt>
    <dgm:pt modelId="{C8F88098-7EF1-4F44-A911-921B272668FE}" type="pres">
      <dgm:prSet presAssocID="{B954F442-E9F9-4BDF-8A6F-FF786F57992E}" presName="bgRect" presStyleLbl="bgShp" presStyleIdx="2" presStyleCnt="3"/>
      <dgm:spPr/>
    </dgm:pt>
    <dgm:pt modelId="{8CCDD040-E60D-44B9-B856-AA310550D0D1}" type="pres">
      <dgm:prSet presAssocID="{B954F442-E9F9-4BDF-8A6F-FF786F5799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D8AE452-76E6-44CD-B025-01719E34632B}" type="pres">
      <dgm:prSet presAssocID="{B954F442-E9F9-4BDF-8A6F-FF786F57992E}" presName="spaceRect" presStyleCnt="0"/>
      <dgm:spPr/>
    </dgm:pt>
    <dgm:pt modelId="{2F9359A4-9C29-4DDA-AB1B-D443DE1E3C84}" type="pres">
      <dgm:prSet presAssocID="{B954F442-E9F9-4BDF-8A6F-FF786F57992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93F9D21-58FD-4158-802A-A7425ADA32DB}" type="presOf" srcId="{2C59ECD4-6D98-4E5B-BBC5-33A1C80E0749}" destId="{8F0B6C61-CE4C-4994-8166-EA61D524CDFD}" srcOrd="0" destOrd="0" presId="urn:microsoft.com/office/officeart/2018/2/layout/IconVerticalSolidList"/>
    <dgm:cxn modelId="{92B46C32-9ABF-43B8-8779-DFC78214EFA1}" type="presOf" srcId="{B954F442-E9F9-4BDF-8A6F-FF786F57992E}" destId="{2F9359A4-9C29-4DDA-AB1B-D443DE1E3C84}" srcOrd="0" destOrd="0" presId="urn:microsoft.com/office/officeart/2018/2/layout/IconVerticalSolidList"/>
    <dgm:cxn modelId="{64D8C339-2340-4293-AD1E-A0E571F1679A}" type="presOf" srcId="{C1A7A60E-3C61-4E64-93EB-9C23E46558ED}" destId="{8F8A7F1B-F1CA-48F2-B8E4-1FFC5365B1D8}" srcOrd="0" destOrd="0" presId="urn:microsoft.com/office/officeart/2018/2/layout/IconVerticalSolidList"/>
    <dgm:cxn modelId="{38EEBD42-C94E-4225-AF6B-A86FDD5640E1}" srcId="{C1A7A60E-3C61-4E64-93EB-9C23E46558ED}" destId="{2C59ECD4-6D98-4E5B-BBC5-33A1C80E0749}" srcOrd="0" destOrd="0" parTransId="{09A28450-A88B-499A-A1B7-B3B565FEA707}" sibTransId="{A6ADC17D-47DD-49B0-92A5-0EC728758437}"/>
    <dgm:cxn modelId="{76B4B671-EEF1-42D1-92B2-5749B28D4E6A}" srcId="{C1A7A60E-3C61-4E64-93EB-9C23E46558ED}" destId="{B954F442-E9F9-4BDF-8A6F-FF786F57992E}" srcOrd="2" destOrd="0" parTransId="{AF6C2157-46A7-4215-9D28-C67E45E05925}" sibTransId="{8EF249AD-685D-4B2C-ACA8-90C3145D9886}"/>
    <dgm:cxn modelId="{A1D21C99-EB1D-42C0-BE9A-C02A1A4DE1AA}" type="presOf" srcId="{298CCD47-CC7D-4408-B329-3879D88621B6}" destId="{8D6CDEA4-0157-462E-9671-E247C6165B2E}" srcOrd="0" destOrd="0" presId="urn:microsoft.com/office/officeart/2018/2/layout/IconVerticalSolidList"/>
    <dgm:cxn modelId="{48D1D09D-DCEC-4DDC-99B3-DF60A71235F3}" srcId="{C1A7A60E-3C61-4E64-93EB-9C23E46558ED}" destId="{298CCD47-CC7D-4408-B329-3879D88621B6}" srcOrd="1" destOrd="0" parTransId="{9EF8BDBD-233C-43DD-AE61-5E373A31B283}" sibTransId="{6D49A40E-DEC8-45FC-B085-D8302535C4B6}"/>
    <dgm:cxn modelId="{73EEDE18-186B-4066-B014-36C1C4C2316B}" type="presParOf" srcId="{8F8A7F1B-F1CA-48F2-B8E4-1FFC5365B1D8}" destId="{BE9E4D28-3F5F-4BCD-ABBB-858863100AF7}" srcOrd="0" destOrd="0" presId="urn:microsoft.com/office/officeart/2018/2/layout/IconVerticalSolidList"/>
    <dgm:cxn modelId="{0736090F-8997-4BF0-87A9-239ADCA6DC2A}" type="presParOf" srcId="{BE9E4D28-3F5F-4BCD-ABBB-858863100AF7}" destId="{F6F5F4E2-31BB-4AB4-B85D-95A8E51ADDD6}" srcOrd="0" destOrd="0" presId="urn:microsoft.com/office/officeart/2018/2/layout/IconVerticalSolidList"/>
    <dgm:cxn modelId="{597AC3C0-C91C-41FC-8B91-00DBF3EC28D3}" type="presParOf" srcId="{BE9E4D28-3F5F-4BCD-ABBB-858863100AF7}" destId="{33055931-1E17-4EC1-91D6-6410C211E098}" srcOrd="1" destOrd="0" presId="urn:microsoft.com/office/officeart/2018/2/layout/IconVerticalSolidList"/>
    <dgm:cxn modelId="{A1817928-28EA-41DC-AF40-C5AFE6738D2C}" type="presParOf" srcId="{BE9E4D28-3F5F-4BCD-ABBB-858863100AF7}" destId="{639BE8AA-03F1-446D-96EE-B1F293EEA884}" srcOrd="2" destOrd="0" presId="urn:microsoft.com/office/officeart/2018/2/layout/IconVerticalSolidList"/>
    <dgm:cxn modelId="{051D7882-B0B0-4CB1-B715-7913224D5FDD}" type="presParOf" srcId="{BE9E4D28-3F5F-4BCD-ABBB-858863100AF7}" destId="{8F0B6C61-CE4C-4994-8166-EA61D524CDFD}" srcOrd="3" destOrd="0" presId="urn:microsoft.com/office/officeart/2018/2/layout/IconVerticalSolidList"/>
    <dgm:cxn modelId="{3BBEAF7E-03C8-492D-A7F2-9A0388044E57}" type="presParOf" srcId="{8F8A7F1B-F1CA-48F2-B8E4-1FFC5365B1D8}" destId="{254D707E-E70A-44D7-8B2E-F5D8EAAEA799}" srcOrd="1" destOrd="0" presId="urn:microsoft.com/office/officeart/2018/2/layout/IconVerticalSolidList"/>
    <dgm:cxn modelId="{077E03AF-3996-4C70-8008-035478685528}" type="presParOf" srcId="{8F8A7F1B-F1CA-48F2-B8E4-1FFC5365B1D8}" destId="{ACE4E0B8-9627-42B8-BE9B-3C7BEB2CDE88}" srcOrd="2" destOrd="0" presId="urn:microsoft.com/office/officeart/2018/2/layout/IconVerticalSolidList"/>
    <dgm:cxn modelId="{EB878D67-8F86-45B0-993E-177857FF811E}" type="presParOf" srcId="{ACE4E0B8-9627-42B8-BE9B-3C7BEB2CDE88}" destId="{B83C7B59-1C81-429F-AFAF-F039DE94BFA5}" srcOrd="0" destOrd="0" presId="urn:microsoft.com/office/officeart/2018/2/layout/IconVerticalSolidList"/>
    <dgm:cxn modelId="{B48B00AD-395D-4315-AF31-F55EB14D8FB6}" type="presParOf" srcId="{ACE4E0B8-9627-42B8-BE9B-3C7BEB2CDE88}" destId="{70711A60-CD9A-4EE9-BBFB-C5BAA22089BD}" srcOrd="1" destOrd="0" presId="urn:microsoft.com/office/officeart/2018/2/layout/IconVerticalSolidList"/>
    <dgm:cxn modelId="{42F59D34-359A-4620-B943-FCCF363E5BE9}" type="presParOf" srcId="{ACE4E0B8-9627-42B8-BE9B-3C7BEB2CDE88}" destId="{90415849-1B2C-49BB-A67F-43ADF1373A3B}" srcOrd="2" destOrd="0" presId="urn:microsoft.com/office/officeart/2018/2/layout/IconVerticalSolidList"/>
    <dgm:cxn modelId="{2AF41ED7-E4D8-499E-B64E-B3E165594EBA}" type="presParOf" srcId="{ACE4E0B8-9627-42B8-BE9B-3C7BEB2CDE88}" destId="{8D6CDEA4-0157-462E-9671-E247C6165B2E}" srcOrd="3" destOrd="0" presId="urn:microsoft.com/office/officeart/2018/2/layout/IconVerticalSolidList"/>
    <dgm:cxn modelId="{E8343103-F6E2-44C6-A341-7AB4DE237E1A}" type="presParOf" srcId="{8F8A7F1B-F1CA-48F2-B8E4-1FFC5365B1D8}" destId="{E5E3E79E-BEAF-415B-B882-4B92900A3FC2}" srcOrd="3" destOrd="0" presId="urn:microsoft.com/office/officeart/2018/2/layout/IconVerticalSolidList"/>
    <dgm:cxn modelId="{B873D4A7-A32B-4DE5-B471-CE770064EA8A}" type="presParOf" srcId="{8F8A7F1B-F1CA-48F2-B8E4-1FFC5365B1D8}" destId="{A58A77B4-57EA-410D-920B-31EFB9775682}" srcOrd="4" destOrd="0" presId="urn:microsoft.com/office/officeart/2018/2/layout/IconVerticalSolidList"/>
    <dgm:cxn modelId="{4F00EAF3-9784-424F-9AA3-0EBFA35656AB}" type="presParOf" srcId="{A58A77B4-57EA-410D-920B-31EFB9775682}" destId="{C8F88098-7EF1-4F44-A911-921B272668FE}" srcOrd="0" destOrd="0" presId="urn:microsoft.com/office/officeart/2018/2/layout/IconVerticalSolidList"/>
    <dgm:cxn modelId="{F0DF57A0-1C44-40A2-B032-A14EE96A9E49}" type="presParOf" srcId="{A58A77B4-57EA-410D-920B-31EFB9775682}" destId="{8CCDD040-E60D-44B9-B856-AA310550D0D1}" srcOrd="1" destOrd="0" presId="urn:microsoft.com/office/officeart/2018/2/layout/IconVerticalSolidList"/>
    <dgm:cxn modelId="{FFD2B571-8F46-44D4-8D0D-9C5D32EAA408}" type="presParOf" srcId="{A58A77B4-57EA-410D-920B-31EFB9775682}" destId="{4D8AE452-76E6-44CD-B025-01719E34632B}" srcOrd="2" destOrd="0" presId="urn:microsoft.com/office/officeart/2018/2/layout/IconVerticalSolidList"/>
    <dgm:cxn modelId="{066E7182-1441-4CAE-B2F3-4C6E6BE7C19A}" type="presParOf" srcId="{A58A77B4-57EA-410D-920B-31EFB9775682}" destId="{2F9359A4-9C29-4DDA-AB1B-D443DE1E3C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5F4E2-31BB-4AB4-B85D-95A8E51ADDD6}">
      <dsp:nvSpPr>
        <dsp:cNvPr id="0" name=""/>
        <dsp:cNvSpPr/>
      </dsp:nvSpPr>
      <dsp:spPr>
        <a:xfrm>
          <a:off x="0" y="462"/>
          <a:ext cx="6345049" cy="1082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55931-1E17-4EC1-91D6-6410C211E098}">
      <dsp:nvSpPr>
        <dsp:cNvPr id="0" name=""/>
        <dsp:cNvSpPr/>
      </dsp:nvSpPr>
      <dsp:spPr>
        <a:xfrm>
          <a:off x="327331" y="243931"/>
          <a:ext cx="595147" cy="5951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B6C61-CE4C-4994-8166-EA61D524CDFD}">
      <dsp:nvSpPr>
        <dsp:cNvPr id="0" name=""/>
        <dsp:cNvSpPr/>
      </dsp:nvSpPr>
      <dsp:spPr>
        <a:xfrm>
          <a:off x="1249809" y="462"/>
          <a:ext cx="5095239" cy="1082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21" tIns="114521" rIns="114521" bIns="1145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✔ Monitors, filters, and controls network traffic</a:t>
          </a:r>
        </a:p>
      </dsp:txBody>
      <dsp:txXfrm>
        <a:off x="1249809" y="462"/>
        <a:ext cx="5095239" cy="1082086"/>
      </dsp:txXfrm>
    </dsp:sp>
    <dsp:sp modelId="{B83C7B59-1C81-429F-AFAF-F039DE94BFA5}">
      <dsp:nvSpPr>
        <dsp:cNvPr id="0" name=""/>
        <dsp:cNvSpPr/>
      </dsp:nvSpPr>
      <dsp:spPr>
        <a:xfrm>
          <a:off x="0" y="1353070"/>
          <a:ext cx="6345049" cy="1082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11A60-CD9A-4EE9-BBFB-C5BAA22089BD}">
      <dsp:nvSpPr>
        <dsp:cNvPr id="0" name=""/>
        <dsp:cNvSpPr/>
      </dsp:nvSpPr>
      <dsp:spPr>
        <a:xfrm>
          <a:off x="327331" y="1596539"/>
          <a:ext cx="595147" cy="5951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CDEA4-0157-462E-9671-E247C6165B2E}">
      <dsp:nvSpPr>
        <dsp:cNvPr id="0" name=""/>
        <dsp:cNvSpPr/>
      </dsp:nvSpPr>
      <dsp:spPr>
        <a:xfrm>
          <a:off x="1249809" y="1353070"/>
          <a:ext cx="5095239" cy="1082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21" tIns="114521" rIns="114521" bIns="1145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✔ Barrier between trusted and untrusted networks</a:t>
          </a:r>
        </a:p>
      </dsp:txBody>
      <dsp:txXfrm>
        <a:off x="1249809" y="1353070"/>
        <a:ext cx="5095239" cy="1082086"/>
      </dsp:txXfrm>
    </dsp:sp>
    <dsp:sp modelId="{C8F88098-7EF1-4F44-A911-921B272668FE}">
      <dsp:nvSpPr>
        <dsp:cNvPr id="0" name=""/>
        <dsp:cNvSpPr/>
      </dsp:nvSpPr>
      <dsp:spPr>
        <a:xfrm>
          <a:off x="0" y="2705678"/>
          <a:ext cx="6345049" cy="1082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DD040-E60D-44B9-B856-AA310550D0D1}">
      <dsp:nvSpPr>
        <dsp:cNvPr id="0" name=""/>
        <dsp:cNvSpPr/>
      </dsp:nvSpPr>
      <dsp:spPr>
        <a:xfrm>
          <a:off x="327331" y="2949147"/>
          <a:ext cx="595147" cy="5951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359A4-9C29-4DDA-AB1B-D443DE1E3C84}">
      <dsp:nvSpPr>
        <dsp:cNvPr id="0" name=""/>
        <dsp:cNvSpPr/>
      </dsp:nvSpPr>
      <dsp:spPr>
        <a:xfrm>
          <a:off x="1249809" y="2705678"/>
          <a:ext cx="5095239" cy="1082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21" tIns="114521" rIns="114521" bIns="1145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✔ Purpose: Allow the good, block the bad</a:t>
          </a:r>
        </a:p>
      </dsp:txBody>
      <dsp:txXfrm>
        <a:off x="1249809" y="2705678"/>
        <a:ext cx="5095239" cy="1082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Software Security: Firewalls and Their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915" y="2227943"/>
            <a:ext cx="5605628" cy="3788227"/>
          </a:xfrm>
        </p:spPr>
        <p:txBody>
          <a:bodyPr anchor="ctr">
            <a:normAutofit fontScale="92500"/>
          </a:bodyPr>
          <a:lstStyle/>
          <a:p>
            <a:endParaRPr lang="en-US" sz="2100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100" dirty="0"/>
              <a:t>Lecture for BS IT Students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100" dirty="0"/>
              <a:t>Instructor: Dr. Zahid Mehmood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100" dirty="0"/>
              <a:t>Topics Covered: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- Understanding Firewalls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- Implementation and Configuration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- Evaluating Firewall Effectivenes</a:t>
            </a:r>
            <a:r>
              <a:rPr lang="en-US" sz="2100" dirty="0"/>
              <a:t>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AA1D4496-DE3B-11A8-8DA2-FCFEE9A2A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Understanding Firewalls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A12BBDC-FC63-87BB-5417-06D7C1D738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9914" y="2227943"/>
          <a:ext cx="6345049" cy="3788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AEC0DDF2-B712-E5D7-B4C6-FABA0FE450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Purpose of 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291759" cy="3788227"/>
          </a:xfrm>
        </p:spPr>
        <p:txBody>
          <a:bodyPr anchor="ctr">
            <a:normAutofit/>
          </a:bodyPr>
          <a:lstStyle/>
          <a:p>
            <a:endParaRPr lang="en-US" sz="2100"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✔ Protect internal networks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✔ Monitor network traffic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✔ Enforce security policies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✔ Block malware, ransomware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800" dirty="0"/>
              <a:t>✔ Control service exposure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8DD0E6F2-F31D-0361-F838-B30DB1A8D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Packet-Filtering Firewall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Stateful Inspection Firewall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Proxy Firewall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Next-Generation Firewall (NGFW)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Cloud-Based Firewalls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1673-6E0B-6D2A-403D-F4418802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53A-2F3E-9582-8A67-0B2C7E76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113"/>
            <a:ext cx="8229600" cy="6054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📘 1. Packet-Filtering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0B857-63B0-6DFC-2789-3CB1F70E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4410"/>
            <a:ext cx="8229600" cy="5417820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sz="4400" b="1" dirty="0"/>
              <a:t>✅ Definition</a:t>
            </a:r>
          </a:p>
          <a:p>
            <a:pPr marL="0" indent="0">
              <a:buNone/>
            </a:pPr>
            <a:r>
              <a:rPr lang="en-US" sz="4400" dirty="0"/>
              <a:t>A </a:t>
            </a:r>
            <a:r>
              <a:rPr lang="en-US" sz="4400" b="1" dirty="0"/>
              <a:t>Packet-Filtering Firewall</a:t>
            </a:r>
            <a:r>
              <a:rPr lang="en-US" sz="4400" dirty="0"/>
              <a:t> is a basic firewall that </a:t>
            </a:r>
            <a:r>
              <a:rPr lang="en-US" sz="4400" b="1" dirty="0"/>
              <a:t>filters network traffic based on predefined rules</a:t>
            </a:r>
            <a:r>
              <a:rPr lang="en-US" sz="4400" dirty="0"/>
              <a:t> such as IP address, port number, and protocol.</a:t>
            </a:r>
          </a:p>
          <a:p>
            <a:pPr marL="0" indent="0">
              <a:buNone/>
            </a:pPr>
            <a:r>
              <a:rPr lang="en-US" sz="4400" b="1" dirty="0"/>
              <a:t>🔍 How it Works</a:t>
            </a:r>
          </a:p>
          <a:p>
            <a:pPr marL="0" indent="0">
              <a:buNone/>
            </a:pPr>
            <a:r>
              <a:rPr lang="en-US" sz="4400" dirty="0"/>
              <a:t>Examines each packet individually</a:t>
            </a:r>
          </a:p>
          <a:p>
            <a:pPr marL="0" indent="0">
              <a:buNone/>
            </a:pPr>
            <a:r>
              <a:rPr lang="en-US" sz="4400" dirty="0"/>
              <a:t>Checks:</a:t>
            </a:r>
          </a:p>
          <a:p>
            <a:pPr marL="457200" lvl="1" indent="0">
              <a:buNone/>
            </a:pPr>
            <a:r>
              <a:rPr lang="en-US" sz="4400" dirty="0"/>
              <a:t>Source IP</a:t>
            </a:r>
          </a:p>
          <a:p>
            <a:pPr marL="457200" lvl="1" indent="0">
              <a:buNone/>
            </a:pPr>
            <a:r>
              <a:rPr lang="en-US" sz="4400" dirty="0"/>
              <a:t>Destination IP</a:t>
            </a:r>
          </a:p>
          <a:p>
            <a:pPr marL="457200" lvl="1" indent="0">
              <a:buNone/>
            </a:pPr>
            <a:r>
              <a:rPr lang="en-US" sz="4400" dirty="0"/>
              <a:t>Port number</a:t>
            </a:r>
          </a:p>
          <a:p>
            <a:pPr marL="457200" lvl="1" indent="0">
              <a:buNone/>
            </a:pPr>
            <a:r>
              <a:rPr lang="en-US" sz="4400" dirty="0"/>
              <a:t>Protocol (TCP/UDP)</a:t>
            </a:r>
          </a:p>
          <a:p>
            <a:pPr marL="0" indent="0">
              <a:buNone/>
            </a:pPr>
            <a:r>
              <a:rPr lang="en-US" sz="4400" b="1" dirty="0"/>
              <a:t>📊 Diagram</a:t>
            </a:r>
          </a:p>
          <a:p>
            <a:pPr marL="0" indent="0">
              <a:buNone/>
            </a:pPr>
            <a:r>
              <a:rPr lang="en-US" sz="4400" dirty="0"/>
              <a:t>Incoming Packet → Rule Check → Allow / Block</a:t>
            </a:r>
          </a:p>
          <a:p>
            <a:pPr marL="0" indent="0">
              <a:buNone/>
            </a:pPr>
            <a:r>
              <a:rPr lang="en-US" sz="4400" b="1" dirty="0"/>
              <a:t>💡 Example</a:t>
            </a:r>
          </a:p>
          <a:p>
            <a:pPr marL="0" indent="0">
              <a:buNone/>
            </a:pPr>
            <a:r>
              <a:rPr lang="en-US" sz="4400" dirty="0"/>
              <a:t>Rule: Block all traffic on port 23 (Telnet)</a:t>
            </a:r>
            <a:br>
              <a:rPr lang="en-US" sz="4400" dirty="0"/>
            </a:br>
            <a:r>
              <a:rPr lang="en-US" sz="4400" dirty="0"/>
              <a:t>👉 Any packet using port 23 is denied</a:t>
            </a:r>
          </a:p>
        </p:txBody>
      </p:sp>
    </p:spTree>
    <p:extLst>
      <p:ext uri="{BB962C8B-B14F-4D97-AF65-F5344CB8AC3E}">
        <p14:creationId xmlns:p14="http://schemas.microsoft.com/office/powerpoint/2010/main" val="359392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033A-3C4C-DCCD-C279-BE8D5194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C5C4-1689-BEC1-68C7-114160B2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113"/>
            <a:ext cx="8229600" cy="6054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📘 2. Stateful Inspection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C83A9-4E6A-91BA-1B17-62EE5A86B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4410"/>
            <a:ext cx="8229600" cy="54178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b="1" dirty="0"/>
              <a:t>✅ Definition</a:t>
            </a:r>
          </a:p>
          <a:p>
            <a:pPr marL="0" indent="0">
              <a:buNone/>
            </a:pPr>
            <a:r>
              <a:rPr lang="en-US" sz="4400" dirty="0"/>
              <a:t>A </a:t>
            </a:r>
            <a:r>
              <a:rPr lang="en-US" sz="4400" b="1" dirty="0"/>
              <a:t>Stateful Firewall</a:t>
            </a:r>
            <a:r>
              <a:rPr lang="en-US" sz="4400" dirty="0"/>
              <a:t> monitors </a:t>
            </a:r>
            <a:r>
              <a:rPr lang="en-US" sz="4400" b="1" dirty="0"/>
              <a:t>active connections (sessions)</a:t>
            </a:r>
            <a:r>
              <a:rPr lang="en-US" sz="4400" dirty="0"/>
              <a:t> and makes decisions based on the </a:t>
            </a:r>
            <a:r>
              <a:rPr lang="en-US" sz="4400" b="1" dirty="0"/>
              <a:t>state of the connection</a:t>
            </a:r>
            <a:r>
              <a:rPr lang="en-US" sz="4400" dirty="0"/>
              <a:t>.</a:t>
            </a:r>
          </a:p>
          <a:p>
            <a:pPr marL="0" indent="0">
              <a:buNone/>
            </a:pPr>
            <a:r>
              <a:rPr lang="en-US" sz="4400" b="1" dirty="0"/>
              <a:t>🔍 How it Works</a:t>
            </a:r>
          </a:p>
          <a:p>
            <a:pPr marL="0" indent="0">
              <a:buNone/>
            </a:pPr>
            <a:r>
              <a:rPr lang="en-US" sz="4400" dirty="0"/>
              <a:t>Tracks session state (e.g., TCP handshake)</a:t>
            </a:r>
          </a:p>
          <a:p>
            <a:pPr marL="0" indent="0">
              <a:buNone/>
            </a:pPr>
            <a:r>
              <a:rPr lang="en-US" sz="4400" dirty="0"/>
              <a:t>Allows only </a:t>
            </a:r>
            <a:r>
              <a:rPr lang="en-US" sz="4400" b="1" dirty="0"/>
              <a:t>legitimate established connections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/>
              <a:t>📊 Diagram</a:t>
            </a:r>
          </a:p>
          <a:p>
            <a:pPr marL="0" indent="0">
              <a:buNone/>
            </a:pPr>
            <a:r>
              <a:rPr lang="en-US" dirty="0"/>
              <a:t>User Request → Session Table → Valid Session? → Allow / Block</a:t>
            </a:r>
          </a:p>
          <a:p>
            <a:pPr marL="0" indent="0">
              <a:buNone/>
            </a:pPr>
            <a:r>
              <a:rPr lang="en-US" sz="4400" b="1" dirty="0"/>
              <a:t>💡 Example</a:t>
            </a:r>
          </a:p>
          <a:p>
            <a:pPr marL="0" indent="0">
              <a:buNone/>
            </a:pPr>
            <a:r>
              <a:rPr lang="en-US" sz="4400" dirty="0"/>
              <a:t>User sends request to web server</a:t>
            </a:r>
          </a:p>
          <a:p>
            <a:pPr marL="0" indent="0">
              <a:buNone/>
            </a:pPr>
            <a:r>
              <a:rPr lang="en-US" sz="4400" dirty="0"/>
              <a:t>Firewall allows response only if request exists</a:t>
            </a:r>
          </a:p>
          <a:p>
            <a:pPr marL="0" indent="0">
              <a:buNone/>
            </a:pPr>
            <a:r>
              <a:rPr lang="en-US" sz="4400" dirty="0"/>
              <a:t>👉 Prevents unauthorized inbound traffic</a:t>
            </a:r>
          </a:p>
        </p:txBody>
      </p:sp>
    </p:spTree>
    <p:extLst>
      <p:ext uri="{BB962C8B-B14F-4D97-AF65-F5344CB8AC3E}">
        <p14:creationId xmlns:p14="http://schemas.microsoft.com/office/powerpoint/2010/main" val="241242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8E3B-BE7A-AC34-CC43-C534848E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DF7B-B053-6CAB-A058-97280861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" y="143034"/>
            <a:ext cx="8686800" cy="605472"/>
          </a:xfrm>
        </p:spPr>
        <p:txBody>
          <a:bodyPr>
            <a:noAutofit/>
          </a:bodyPr>
          <a:lstStyle/>
          <a:p>
            <a:r>
              <a:rPr lang="en-US" sz="3200" b="1" dirty="0"/>
              <a:t>📘 3. Proxy Firewall (Application-Level Gateway)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B9B1-BCCE-E26D-DD7B-6345EE773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4410"/>
            <a:ext cx="8229600" cy="54178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b="1" dirty="0"/>
              <a:t>✅ Definition</a:t>
            </a:r>
          </a:p>
          <a:p>
            <a:pPr marL="0" indent="0">
              <a:buNone/>
            </a:pPr>
            <a:r>
              <a:rPr lang="en-US" sz="4400" dirty="0"/>
              <a:t>A </a:t>
            </a:r>
            <a:r>
              <a:rPr lang="en-US" sz="4400" b="1" dirty="0"/>
              <a:t>Proxy Firewall</a:t>
            </a:r>
            <a:r>
              <a:rPr lang="en-US" sz="4400" dirty="0"/>
              <a:t> acts as an </a:t>
            </a:r>
            <a:r>
              <a:rPr lang="en-US" sz="4400" b="1" dirty="0"/>
              <a:t>intermediary between user and internet</a:t>
            </a:r>
            <a:r>
              <a:rPr lang="en-US" sz="4400" dirty="0"/>
              <a:t>, inspecting traffic at the </a:t>
            </a:r>
            <a:r>
              <a:rPr lang="en-US" sz="4400" b="1" dirty="0"/>
              <a:t>application layer</a:t>
            </a:r>
            <a:r>
              <a:rPr lang="en-US" sz="4400" dirty="0"/>
              <a:t>.</a:t>
            </a:r>
          </a:p>
          <a:p>
            <a:pPr marL="0" indent="0">
              <a:buNone/>
            </a:pPr>
            <a:r>
              <a:rPr lang="en-US" sz="4400" b="1" dirty="0"/>
              <a:t>🔍 How it Works</a:t>
            </a:r>
          </a:p>
          <a:p>
            <a:pPr marL="0" indent="0">
              <a:buNone/>
            </a:pPr>
            <a:r>
              <a:rPr lang="en-US" sz="4400" dirty="0"/>
              <a:t>User connects to proxy</a:t>
            </a:r>
          </a:p>
          <a:p>
            <a:pPr marL="0" indent="0">
              <a:buNone/>
            </a:pPr>
            <a:r>
              <a:rPr lang="en-US" sz="4400" dirty="0"/>
              <a:t>Proxy forwards request to server</a:t>
            </a:r>
          </a:p>
          <a:p>
            <a:pPr marL="0" indent="0">
              <a:buNone/>
            </a:pPr>
            <a:r>
              <a:rPr lang="en-US" sz="4400" dirty="0"/>
              <a:t>Server response goes back via proxy</a:t>
            </a:r>
          </a:p>
          <a:p>
            <a:pPr marL="0" indent="0">
              <a:buNone/>
            </a:pPr>
            <a:r>
              <a:rPr lang="en-US" sz="4400" b="1" dirty="0"/>
              <a:t>📊 Diagram</a:t>
            </a:r>
          </a:p>
          <a:p>
            <a:pPr marL="0" indent="0">
              <a:buNone/>
            </a:pPr>
            <a:r>
              <a:rPr lang="en-US" dirty="0"/>
              <a:t>User → Proxy Firewall → Internet Server</a:t>
            </a:r>
            <a:br>
              <a:rPr lang="en-US" dirty="0"/>
            </a:br>
            <a:r>
              <a:rPr lang="en-US" dirty="0"/>
              <a:t>        ↑</a:t>
            </a:r>
            <a:br>
              <a:rPr lang="en-US" dirty="0"/>
            </a:br>
            <a:r>
              <a:rPr lang="en-US" dirty="0"/>
              <a:t>   Deep Inspection</a:t>
            </a:r>
          </a:p>
          <a:p>
            <a:pPr marL="0" indent="0">
              <a:buNone/>
            </a:pPr>
            <a:r>
              <a:rPr lang="en-US" sz="4400" b="1" dirty="0"/>
              <a:t>💡 Example</a:t>
            </a:r>
          </a:p>
          <a:p>
            <a:pPr marL="0" indent="0">
              <a:buNone/>
            </a:pPr>
            <a:r>
              <a:rPr lang="en-US" sz="4400" dirty="0"/>
              <a:t>Web proxy blocks access to malicious websites</a:t>
            </a:r>
          </a:p>
          <a:p>
            <a:pPr marL="0" indent="0">
              <a:buNone/>
            </a:pPr>
            <a:r>
              <a:rPr lang="en-US" sz="4400" dirty="0"/>
              <a:t>Filters HTTP/HTTPS traffic</a:t>
            </a:r>
          </a:p>
        </p:txBody>
      </p:sp>
    </p:spTree>
    <p:extLst>
      <p:ext uri="{BB962C8B-B14F-4D97-AF65-F5344CB8AC3E}">
        <p14:creationId xmlns:p14="http://schemas.microsoft.com/office/powerpoint/2010/main" val="50736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D4D01-95AC-489B-609C-CE48CC1A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B229-ECA8-2B21-B051-0688C3D6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113"/>
            <a:ext cx="8229600" cy="605472"/>
          </a:xfrm>
        </p:spPr>
        <p:txBody>
          <a:bodyPr>
            <a:noAutofit/>
          </a:bodyPr>
          <a:lstStyle/>
          <a:p>
            <a:r>
              <a:rPr lang="en-US" sz="3600" b="1" dirty="0"/>
              <a:t>📘 4. Next-Generation Firewall (NGFW)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1E3F-420C-D78C-A6D6-C86B1677B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4410"/>
            <a:ext cx="8229600" cy="541782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/>
              <a:t>✅ Definition</a:t>
            </a:r>
          </a:p>
          <a:p>
            <a:pPr marL="0" indent="0">
              <a:buNone/>
            </a:pPr>
            <a:r>
              <a:rPr lang="en-US" sz="4400" dirty="0"/>
              <a:t>A </a:t>
            </a:r>
            <a:r>
              <a:rPr lang="en-US" sz="4400" b="1" dirty="0"/>
              <a:t>Next-Generation Firewall (NGFW)</a:t>
            </a:r>
            <a:r>
              <a:rPr lang="en-US" sz="4400" dirty="0"/>
              <a:t> is an advanced firewall that combines </a:t>
            </a:r>
            <a:r>
              <a:rPr lang="en-US" sz="4400" b="1" dirty="0"/>
              <a:t>traditional firewall features with modern security capabilities</a:t>
            </a:r>
            <a:r>
              <a:rPr lang="en-US" sz="4400" dirty="0"/>
              <a:t>.</a:t>
            </a:r>
          </a:p>
          <a:p>
            <a:pPr marL="0" indent="0">
              <a:buNone/>
            </a:pPr>
            <a:r>
              <a:rPr lang="en-US" sz="4400" b="1" dirty="0"/>
              <a:t>🔍 Features</a:t>
            </a:r>
          </a:p>
          <a:p>
            <a:pPr marL="0" indent="0">
              <a:buNone/>
            </a:pPr>
            <a:r>
              <a:rPr lang="en-US" sz="4400" dirty="0"/>
              <a:t>Deep Packet Inspection (DPI)</a:t>
            </a:r>
          </a:p>
          <a:p>
            <a:pPr marL="0" indent="0">
              <a:buNone/>
            </a:pPr>
            <a:r>
              <a:rPr lang="en-US" sz="4400" dirty="0"/>
              <a:t>Intrusion Detection/Prevention (IDS/IPS)</a:t>
            </a:r>
          </a:p>
          <a:p>
            <a:pPr marL="0" indent="0">
              <a:buNone/>
            </a:pPr>
            <a:r>
              <a:rPr lang="en-US" sz="4400" dirty="0"/>
              <a:t>Application awareness</a:t>
            </a:r>
          </a:p>
          <a:p>
            <a:pPr marL="0" indent="0">
              <a:buNone/>
            </a:pPr>
            <a:r>
              <a:rPr lang="en-US" sz="4400" dirty="0"/>
              <a:t>Malware protection</a:t>
            </a:r>
          </a:p>
          <a:p>
            <a:pPr marL="0" indent="0">
              <a:buNone/>
            </a:pPr>
            <a:r>
              <a:rPr lang="en-US" sz="4400" b="1" dirty="0"/>
              <a:t>📊 Diagram</a:t>
            </a:r>
          </a:p>
          <a:p>
            <a:pPr marL="0" indent="0">
              <a:buNone/>
            </a:pPr>
            <a:r>
              <a:rPr lang="en-US" dirty="0"/>
              <a:t>Traffic → NGFW → DPI + IPS + App Control → Secure Network</a:t>
            </a:r>
          </a:p>
          <a:p>
            <a:pPr marL="0" indent="0">
              <a:buNone/>
            </a:pPr>
            <a:r>
              <a:rPr lang="en-US" sz="4400" b="1" dirty="0"/>
              <a:t>💡 Example</a:t>
            </a:r>
          </a:p>
          <a:p>
            <a:pPr marL="0" indent="0">
              <a:buNone/>
            </a:pPr>
            <a:r>
              <a:rPr lang="en-US" sz="4400" dirty="0"/>
              <a:t>Blocks Facebook during office hours</a:t>
            </a:r>
          </a:p>
          <a:p>
            <a:pPr marL="0" indent="0">
              <a:buNone/>
            </a:pPr>
            <a:r>
              <a:rPr lang="en-US" sz="4400" dirty="0"/>
              <a:t>Detects malware in encrypted traffic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80106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100C-0255-98C1-ED2A-3105DCAA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A2909-D4D9-0A2C-357E-0D3C2FAD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113"/>
            <a:ext cx="8229600" cy="605472"/>
          </a:xfrm>
        </p:spPr>
        <p:txBody>
          <a:bodyPr>
            <a:noAutofit/>
          </a:bodyPr>
          <a:lstStyle/>
          <a:p>
            <a:r>
              <a:rPr lang="en-US" sz="3600" b="1" dirty="0"/>
              <a:t>📘 5. Cloud-Based 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4931-E2BB-9AA8-EC03-87A892326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4410"/>
            <a:ext cx="8229600" cy="54178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400" b="1" dirty="0"/>
              <a:t>✅ Definition</a:t>
            </a:r>
          </a:p>
          <a:p>
            <a:pPr marL="0" indent="0">
              <a:buNone/>
            </a:pPr>
            <a:r>
              <a:rPr lang="en-US" sz="4400" dirty="0"/>
              <a:t>A </a:t>
            </a:r>
            <a:r>
              <a:rPr lang="en-US" sz="4400" b="1" dirty="0"/>
              <a:t>Cloud-Based Firewall</a:t>
            </a:r>
            <a:r>
              <a:rPr lang="en-US" sz="4400" dirty="0"/>
              <a:t> is a firewall delivered as a </a:t>
            </a:r>
            <a:r>
              <a:rPr lang="en-US" sz="4400" b="1" dirty="0"/>
              <a:t>cloud service</a:t>
            </a:r>
            <a:r>
              <a:rPr lang="en-US" sz="4400" dirty="0"/>
              <a:t> that protects cloud infrastructure and remote users.</a:t>
            </a:r>
          </a:p>
          <a:p>
            <a:pPr marL="0" indent="0">
              <a:buNone/>
            </a:pPr>
            <a:r>
              <a:rPr lang="en-US" sz="4400" b="1" dirty="0"/>
              <a:t>🔍 How it Works</a:t>
            </a:r>
          </a:p>
          <a:p>
            <a:pPr marL="0" indent="0">
              <a:buNone/>
            </a:pPr>
            <a:r>
              <a:rPr lang="en-US" sz="4400" dirty="0"/>
              <a:t>Traffic routed through cloud provider</a:t>
            </a:r>
          </a:p>
          <a:p>
            <a:pPr marL="0" indent="0">
              <a:buNone/>
            </a:pPr>
            <a:r>
              <a:rPr lang="en-US" sz="4400" dirty="0"/>
              <a:t>Security policies enforced centrally</a:t>
            </a:r>
          </a:p>
          <a:p>
            <a:pPr marL="0" indent="0">
              <a:buNone/>
            </a:pPr>
            <a:r>
              <a:rPr lang="en-US" sz="4400" b="1" dirty="0"/>
              <a:t>📊 Diagram</a:t>
            </a:r>
          </a:p>
          <a:p>
            <a:pPr marL="0" indent="0">
              <a:buNone/>
            </a:pPr>
            <a:r>
              <a:rPr lang="en-US" dirty="0"/>
              <a:t>Users → Internet → Cloud Firewall → Cloud Applications</a:t>
            </a:r>
          </a:p>
          <a:p>
            <a:pPr marL="0" indent="0">
              <a:buNone/>
            </a:pPr>
            <a:r>
              <a:rPr lang="en-US" sz="4400" b="1" dirty="0"/>
              <a:t>💡 Example</a:t>
            </a:r>
          </a:p>
          <a:p>
            <a:pPr marL="0" indent="0">
              <a:buNone/>
            </a:pPr>
            <a:r>
              <a:rPr lang="en-US" sz="4400" dirty="0"/>
              <a:t>AWS Security Groups / Azure Firewall</a:t>
            </a:r>
          </a:p>
          <a:p>
            <a:pPr marL="0" indent="0">
              <a:buNone/>
            </a:pPr>
            <a:r>
              <a:rPr lang="en-US" sz="4400" dirty="0"/>
              <a:t>Protects cloud-hosted applications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6575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914" y="2227943"/>
            <a:ext cx="6166413" cy="3788227"/>
          </a:xfrm>
        </p:spPr>
        <p:txBody>
          <a:bodyPr anchor="ctr">
            <a:normAutofit/>
          </a:bodyPr>
          <a:lstStyle/>
          <a:p>
            <a:endParaRPr lang="en-US" sz="2100"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400" dirty="0"/>
              <a:t>Without Firewall: Ransomware infects office network.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2400" dirty="0"/>
              <a:t>With Firewall: Threat blocked before reaching internal systems.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2BCCFC7E-735B-A68F-B82F-0007D3EB8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Implementation and Configuration of 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Understand network topology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Define security policies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Choose appropriate firewall type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Plan firewall rule 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Deployment 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Perimeter Firewall: External protection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Internal Firewalls: Department-level segmentation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Host-Based Firewalls: Local protection on devices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Rules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Source IP, Destination IP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Port Number, Protocol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Action: Allow or Deny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Golden Rule: Deny All by Default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Firewall Configuration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Block incoming traffic by default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Restrict outgoing traffic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Use VPN for remote access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Enable logging and updates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of Firewall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Priority 1: Allow HTTPS (443)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Priority 2: Allow SSH from Admin IP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Priority 3: Deny all other traffic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Firewall Effectiveness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Ensure it adapts to threats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Validate configurations regularly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Monitor logs and alerts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Analyze performance and scalability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Performance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Security Features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Ease of Management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Scalability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Logging and Reporting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Firewall Effectiveness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Penetration Testing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Traffic Simulation (</a:t>
            </a:r>
            <a:r>
              <a:rPr sz="2800" dirty="0" err="1"/>
              <a:t>iPerf</a:t>
            </a:r>
            <a:r>
              <a:rPr sz="2800" dirty="0"/>
              <a:t>)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Log Analysis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Vulnerability Assessment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76E9-61C3-43E9-EFBB-DEA18304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AE23-7761-A625-E92E-B0F5FCA8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📘 1. Penetration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7A547-F712-207C-B76F-D45D442F5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1580"/>
            <a:ext cx="8229600" cy="5509260"/>
          </a:xfrm>
        </p:spPr>
        <p:txBody>
          <a:bodyPr>
            <a:normAutofit fontScale="25000" lnSpcReduction="20000"/>
          </a:bodyPr>
          <a:lstStyle/>
          <a:p>
            <a:endParaRPr sz="5900" dirty="0"/>
          </a:p>
          <a:p>
            <a:pPr marL="0" indent="0">
              <a:buNone/>
            </a:pPr>
            <a:r>
              <a:rPr lang="en-US" sz="9600" b="1" dirty="0"/>
              <a:t>✅ Definition</a:t>
            </a:r>
          </a:p>
          <a:p>
            <a:pPr marL="0" indent="0">
              <a:buNone/>
            </a:pPr>
            <a:r>
              <a:rPr lang="en-US" sz="9600" dirty="0"/>
              <a:t>Penetration Testing (Pen Testing) is a </a:t>
            </a:r>
            <a:r>
              <a:rPr lang="en-US" sz="9600" b="1" dirty="0"/>
              <a:t>controlled, ethical hacking process</a:t>
            </a:r>
            <a:r>
              <a:rPr lang="en-US" sz="9600" dirty="0"/>
              <a:t> used to identify and exploit security vulnerabilities in systems, networks, or applications.</a:t>
            </a:r>
          </a:p>
          <a:p>
            <a:pPr marL="0" indent="0">
              <a:buNone/>
            </a:pPr>
            <a:r>
              <a:rPr lang="en-US" sz="9600" b="1" dirty="0"/>
              <a:t>🔍 Key Objectives</a:t>
            </a:r>
          </a:p>
          <a:p>
            <a:pPr marL="0" indent="0">
              <a:buNone/>
            </a:pPr>
            <a:r>
              <a:rPr lang="en-US" sz="9600" dirty="0"/>
              <a:t>Identify real-world attack paths</a:t>
            </a:r>
          </a:p>
          <a:p>
            <a:pPr marL="0" indent="0">
              <a:buNone/>
            </a:pPr>
            <a:r>
              <a:rPr lang="en-US" sz="9600" dirty="0"/>
              <a:t>Test effectiveness of security controls</a:t>
            </a:r>
          </a:p>
          <a:p>
            <a:pPr marL="0" indent="0">
              <a:buNone/>
            </a:pPr>
            <a:r>
              <a:rPr lang="en-US" sz="9600" dirty="0"/>
              <a:t>Simulate hacker behavior</a:t>
            </a:r>
          </a:p>
          <a:p>
            <a:pPr marL="0" indent="0">
              <a:buNone/>
            </a:pPr>
            <a:r>
              <a:rPr lang="en-US" sz="9600" b="1" dirty="0"/>
              <a:t>📊 Diagram (Attack Simulation Flow)</a:t>
            </a:r>
          </a:p>
          <a:p>
            <a:pPr marL="0" indent="0">
              <a:buNone/>
            </a:pPr>
            <a:r>
              <a:rPr lang="en-US" sz="9600" dirty="0"/>
              <a:t>Reconnaissance → Scanning → Exploitation → Post-Exploitation → Reporting</a:t>
            </a:r>
          </a:p>
          <a:p>
            <a:pPr marL="0" indent="0">
              <a:buNone/>
            </a:pPr>
            <a:r>
              <a:rPr lang="en-US" sz="9600" b="1" dirty="0"/>
              <a:t>💡 Example</a:t>
            </a:r>
          </a:p>
          <a:p>
            <a:pPr marL="0" indent="0">
              <a:buNone/>
            </a:pPr>
            <a:r>
              <a:rPr lang="en-US" sz="9600" dirty="0"/>
              <a:t>A company hires ethical hackers to test its website</a:t>
            </a:r>
          </a:p>
          <a:p>
            <a:pPr marL="0" indent="0">
              <a:buNone/>
            </a:pPr>
            <a:r>
              <a:rPr lang="en-US" sz="9600" dirty="0"/>
              <a:t>They discover </a:t>
            </a:r>
            <a:r>
              <a:rPr lang="en-US" sz="9600" b="1" dirty="0"/>
              <a:t>SQL Injection vulnerability</a:t>
            </a:r>
            <a:endParaRPr lang="en-US" sz="9600" dirty="0"/>
          </a:p>
          <a:p>
            <a:pPr marL="0" indent="0">
              <a:buNone/>
            </a:pPr>
            <a:r>
              <a:rPr lang="en-US" sz="9600" dirty="0"/>
              <a:t>Report is generated with remediation steps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706102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E8C9-B5E1-CDF1-2530-E1B080D3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A4A6-7CFC-1DAB-5AAD-9BFBE6313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📘 2. Traffic Simulation (</a:t>
            </a:r>
            <a:r>
              <a:rPr lang="en-US" b="1" dirty="0" err="1"/>
              <a:t>iPerf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0560A-B36D-F6A1-755A-D463FC088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1580"/>
            <a:ext cx="8229600" cy="57721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✅ Definition</a:t>
            </a:r>
          </a:p>
          <a:p>
            <a:pPr marL="0" indent="0">
              <a:buNone/>
            </a:pPr>
            <a:r>
              <a:rPr lang="en-US" sz="3400" dirty="0"/>
              <a:t>Traffic Simulation using </a:t>
            </a:r>
            <a:r>
              <a:rPr lang="en-US" sz="3400" b="1" dirty="0" err="1"/>
              <a:t>iPerf</a:t>
            </a:r>
            <a:r>
              <a:rPr lang="en-US" sz="3400" dirty="0"/>
              <a:t> is the process of </a:t>
            </a:r>
            <a:r>
              <a:rPr lang="en-US" sz="3400" b="1" dirty="0"/>
              <a:t>generating network traffic to test bandwidth, performance, and reliability</a:t>
            </a:r>
            <a:r>
              <a:rPr lang="en-US" sz="3400" dirty="0"/>
              <a:t> of a network.</a:t>
            </a:r>
          </a:p>
          <a:p>
            <a:pPr marL="0" indent="0">
              <a:buNone/>
            </a:pPr>
            <a:r>
              <a:rPr lang="en-US" sz="3400" b="1" dirty="0"/>
              <a:t>🔍 Key Objectives</a:t>
            </a:r>
          </a:p>
          <a:p>
            <a:pPr marL="0" indent="0">
              <a:buNone/>
            </a:pPr>
            <a:r>
              <a:rPr lang="en-US" sz="3400" dirty="0"/>
              <a:t>Measure </a:t>
            </a:r>
            <a:r>
              <a:rPr lang="en-US" sz="3400" b="1" dirty="0"/>
              <a:t>network speed (throughput)</a:t>
            </a:r>
            <a:endParaRPr lang="en-US" sz="3400" dirty="0"/>
          </a:p>
          <a:p>
            <a:pPr marL="0" indent="0">
              <a:buNone/>
            </a:pPr>
            <a:r>
              <a:rPr lang="en-US" sz="3400" dirty="0"/>
              <a:t>Identify bottlenecks</a:t>
            </a:r>
          </a:p>
          <a:p>
            <a:pPr marL="0" indent="0">
              <a:buNone/>
            </a:pPr>
            <a:r>
              <a:rPr lang="en-US" sz="3400" dirty="0"/>
              <a:t>Test network under heavy load</a:t>
            </a:r>
          </a:p>
          <a:p>
            <a:pPr marL="0" indent="0">
              <a:buNone/>
            </a:pPr>
            <a:r>
              <a:rPr lang="en-US" sz="3400" b="1" dirty="0"/>
              <a:t>📊 Diagram (Client-Server Model)</a:t>
            </a:r>
          </a:p>
          <a:p>
            <a:pPr marL="0" indent="0">
              <a:buNone/>
            </a:pPr>
            <a:r>
              <a:rPr lang="en-US" sz="3400" dirty="0"/>
              <a:t>Client (</a:t>
            </a:r>
            <a:r>
              <a:rPr lang="en-US" sz="3400" dirty="0" err="1"/>
              <a:t>iPerf</a:t>
            </a:r>
            <a:r>
              <a:rPr lang="en-US" sz="3400" dirty="0"/>
              <a:t>)  →→→  Network Traffic  →→→  Server (</a:t>
            </a:r>
            <a:r>
              <a:rPr lang="en-US" sz="3400" dirty="0" err="1"/>
              <a:t>iPerf</a:t>
            </a:r>
            <a:r>
              <a:rPr lang="en-US" sz="3400" dirty="0"/>
              <a:t>)</a:t>
            </a:r>
          </a:p>
          <a:p>
            <a:pPr marL="0" indent="0">
              <a:buNone/>
            </a:pPr>
            <a:r>
              <a:rPr lang="en-US" sz="3400" b="1" dirty="0"/>
              <a:t>💡 Example</a:t>
            </a:r>
          </a:p>
          <a:p>
            <a:pPr marL="0" indent="0">
              <a:buNone/>
            </a:pPr>
            <a:r>
              <a:rPr lang="en-US" sz="3400" dirty="0"/>
              <a:t>Network admin runs </a:t>
            </a:r>
            <a:r>
              <a:rPr lang="en-US" sz="3400" dirty="0" err="1"/>
              <a:t>iPerf</a:t>
            </a:r>
            <a:r>
              <a:rPr lang="en-US" sz="3400" dirty="0"/>
              <a:t> between two servers</a:t>
            </a:r>
          </a:p>
          <a:p>
            <a:pPr marL="0" indent="0">
              <a:buNone/>
            </a:pPr>
            <a:r>
              <a:rPr lang="en-US" sz="3400" dirty="0"/>
              <a:t>Result shows:</a:t>
            </a:r>
          </a:p>
          <a:p>
            <a:pPr marL="457200" lvl="1" indent="0">
              <a:buNone/>
            </a:pPr>
            <a:r>
              <a:rPr lang="en-US" sz="3400" dirty="0"/>
              <a:t>Bandwidth = 100 Mbps</a:t>
            </a:r>
          </a:p>
          <a:p>
            <a:pPr marL="457200" lvl="1" indent="0">
              <a:buNone/>
            </a:pPr>
            <a:r>
              <a:rPr lang="en-US" sz="3400" dirty="0"/>
              <a:t>Packet loss detected</a:t>
            </a:r>
            <a:br>
              <a:rPr lang="en-US" sz="3400" dirty="0"/>
            </a:br>
            <a:r>
              <a:rPr lang="en-US" sz="3400" dirty="0"/>
              <a:t>👉 Indicates network issue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535680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9089-8A9E-A65E-0079-A52F5FA4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1320-4268-6BDC-6261-A6D13359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📘 3. Log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5684-180D-B9DE-4E34-380735478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806440"/>
          </a:xfrm>
        </p:spPr>
        <p:txBody>
          <a:bodyPr>
            <a:normAutofit fontScale="25000" lnSpcReduction="20000"/>
          </a:bodyPr>
          <a:lstStyle/>
          <a:p>
            <a:endParaRPr sz="5900" dirty="0"/>
          </a:p>
          <a:p>
            <a:pPr marL="0" indent="0">
              <a:buNone/>
            </a:pPr>
            <a:r>
              <a:rPr lang="en-US" sz="9600" b="1" dirty="0"/>
              <a:t>✅ Definition</a:t>
            </a:r>
          </a:p>
          <a:p>
            <a:pPr marL="0" indent="0">
              <a:buNone/>
            </a:pPr>
            <a:r>
              <a:rPr lang="en-US" sz="9600" dirty="0"/>
              <a:t>Log Analysis is the process of </a:t>
            </a:r>
            <a:r>
              <a:rPr lang="en-US" sz="9600" b="1" dirty="0"/>
              <a:t>collecting, reviewing, and interpreting system and network logs</a:t>
            </a:r>
            <a:r>
              <a:rPr lang="en-US" sz="9600" dirty="0"/>
              <a:t> to detect suspicious activities and security incidents.</a:t>
            </a:r>
          </a:p>
          <a:p>
            <a:pPr marL="0" indent="0">
              <a:buNone/>
            </a:pPr>
            <a:r>
              <a:rPr lang="en-US" sz="9600" b="1" dirty="0"/>
              <a:t>🔍 Key Objectives</a:t>
            </a:r>
          </a:p>
          <a:p>
            <a:pPr marL="0" indent="0">
              <a:buNone/>
            </a:pPr>
            <a:r>
              <a:rPr lang="en-US" sz="9600" dirty="0"/>
              <a:t>Detect cyber attacks</a:t>
            </a:r>
          </a:p>
          <a:p>
            <a:pPr marL="0" indent="0">
              <a:buNone/>
            </a:pPr>
            <a:r>
              <a:rPr lang="en-US" sz="9600" dirty="0"/>
              <a:t>Monitor system behavior</a:t>
            </a:r>
          </a:p>
          <a:p>
            <a:pPr marL="0" indent="0">
              <a:buNone/>
            </a:pPr>
            <a:r>
              <a:rPr lang="en-US" sz="9600" dirty="0"/>
              <a:t>Support forensic investigation</a:t>
            </a:r>
          </a:p>
          <a:p>
            <a:pPr marL="0" indent="0">
              <a:buNone/>
            </a:pPr>
            <a:r>
              <a:rPr lang="en-US" sz="9600" b="1" dirty="0"/>
              <a:t>📊 Diagram (Log Flow)</a:t>
            </a:r>
          </a:p>
          <a:p>
            <a:pPr marL="0" indent="0">
              <a:buNone/>
            </a:pPr>
            <a:r>
              <a:rPr lang="en-US" sz="9600" dirty="0"/>
              <a:t>Systems → Logs → SIEM Tool → Analysis → Alerts</a:t>
            </a:r>
          </a:p>
          <a:p>
            <a:pPr marL="0" indent="0">
              <a:buNone/>
            </a:pPr>
            <a:r>
              <a:rPr lang="en-US" sz="9600" b="1" dirty="0"/>
              <a:t>💡 Example</a:t>
            </a:r>
          </a:p>
          <a:p>
            <a:pPr marL="0" indent="0">
              <a:buNone/>
            </a:pPr>
            <a:r>
              <a:rPr lang="en-US" sz="9600" dirty="0"/>
              <a:t>Logs show multiple failed login attempts</a:t>
            </a:r>
          </a:p>
          <a:p>
            <a:pPr marL="0" indent="0">
              <a:buNone/>
            </a:pPr>
            <a:r>
              <a:rPr lang="en-US" sz="9600" dirty="0"/>
              <a:t>Followed by successful login from unknown IP</a:t>
            </a:r>
            <a:br>
              <a:rPr lang="en-US" sz="9600" dirty="0"/>
            </a:br>
            <a:r>
              <a:rPr lang="en-US" sz="9600" dirty="0"/>
              <a:t>👉 Possible </a:t>
            </a:r>
            <a:r>
              <a:rPr lang="en-US" sz="9600" b="1" dirty="0"/>
              <a:t>Brute Force Attack</a:t>
            </a:r>
            <a:endParaRPr lang="en-US" sz="9600"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217881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5775-FC08-D659-BF5C-2B0D554E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B0F5-BEF8-E092-5D18-5D430C6A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📘 4. Vulnerability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EAEB2-B0D3-C031-0A67-76C72CF42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1580"/>
            <a:ext cx="8229600" cy="55092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✅ Definition</a:t>
            </a:r>
          </a:p>
          <a:p>
            <a:pPr marL="0" indent="0">
              <a:buNone/>
            </a:pPr>
            <a:r>
              <a:rPr lang="en-US" sz="3400" dirty="0"/>
              <a:t>Vulnerability Assessment is the process of </a:t>
            </a:r>
            <a:r>
              <a:rPr lang="en-US" sz="3400" b="1" dirty="0"/>
              <a:t>identifying, classifying, and prioritizing security weaknesses</a:t>
            </a:r>
            <a:r>
              <a:rPr lang="en-US" sz="3400" dirty="0"/>
              <a:t> in a system.</a:t>
            </a:r>
          </a:p>
          <a:p>
            <a:pPr marL="0" indent="0">
              <a:buNone/>
            </a:pPr>
            <a:r>
              <a:rPr lang="en-US" sz="3400" b="1" dirty="0"/>
              <a:t>🔍 Key Objectives</a:t>
            </a:r>
          </a:p>
          <a:p>
            <a:pPr marL="0" indent="0">
              <a:buNone/>
            </a:pPr>
            <a:r>
              <a:rPr lang="en-US" sz="3400" dirty="0"/>
              <a:t>Identify known vulnerabilities</a:t>
            </a:r>
          </a:p>
          <a:p>
            <a:pPr marL="0" indent="0">
              <a:buNone/>
            </a:pPr>
            <a:r>
              <a:rPr lang="en-US" sz="3400" dirty="0"/>
              <a:t>Assign risk levels</a:t>
            </a:r>
          </a:p>
          <a:p>
            <a:pPr marL="0" indent="0">
              <a:buNone/>
            </a:pPr>
            <a:r>
              <a:rPr lang="en-US" sz="3400" dirty="0"/>
              <a:t>Recommend fixes</a:t>
            </a:r>
          </a:p>
          <a:p>
            <a:pPr marL="0" indent="0">
              <a:buNone/>
            </a:pPr>
            <a:r>
              <a:rPr lang="en-US" sz="3400" b="1" dirty="0"/>
              <a:t>📊 Diagram (Assessment Flow)</a:t>
            </a:r>
          </a:p>
          <a:p>
            <a:pPr marL="0" indent="0">
              <a:buNone/>
            </a:pPr>
            <a:r>
              <a:rPr lang="en-US" sz="3400" dirty="0"/>
              <a:t>Scan → Identify Vulnerabilities → Risk Rating → Report</a:t>
            </a:r>
          </a:p>
          <a:p>
            <a:pPr marL="0" indent="0">
              <a:buNone/>
            </a:pPr>
            <a:r>
              <a:rPr lang="en-US" sz="3400" b="1" dirty="0"/>
              <a:t>💡 Example</a:t>
            </a:r>
          </a:p>
          <a:p>
            <a:pPr marL="0" indent="0">
              <a:buNone/>
            </a:pPr>
            <a:r>
              <a:rPr lang="en-US" sz="3400" dirty="0"/>
              <a:t>Scanner detects:</a:t>
            </a:r>
          </a:p>
          <a:p>
            <a:pPr marL="457200" lvl="1" indent="0">
              <a:buNone/>
            </a:pPr>
            <a:r>
              <a:rPr lang="en-US" sz="3400" dirty="0"/>
              <a:t>Outdated software</a:t>
            </a:r>
          </a:p>
          <a:p>
            <a:pPr marL="457200" lvl="1" indent="0">
              <a:buNone/>
            </a:pPr>
            <a:r>
              <a:rPr lang="en-US" sz="3400" dirty="0"/>
              <a:t>Open ports</a:t>
            </a:r>
            <a:br>
              <a:rPr lang="en-US" sz="3400" dirty="0"/>
            </a:br>
            <a:r>
              <a:rPr lang="en-US" sz="3400" dirty="0"/>
              <a:t>👉 Risk classified as </a:t>
            </a:r>
            <a:r>
              <a:rPr lang="en-US" sz="3400" b="1" dirty="0"/>
              <a:t>High / Medium / Low</a:t>
            </a:r>
            <a:endParaRPr lang="en-US" sz="3400"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367233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91434-99FD-8D8F-E70E-0B7F39A69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3998-F77E-2B65-E032-9FFC0F5B9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330" y="102871"/>
            <a:ext cx="5594689" cy="1120140"/>
          </a:xfrm>
        </p:spPr>
        <p:txBody>
          <a:bodyPr anchor="ctr">
            <a:normAutofit/>
          </a:bodyPr>
          <a:lstStyle/>
          <a:p>
            <a:r>
              <a:rPr lang="en-US" sz="2800" dirty="0"/>
              <a:t>🎓 </a:t>
            </a:r>
            <a:r>
              <a:rPr lang="en-US" sz="2800" b="1" dirty="0"/>
              <a:t>Quick Comparison Table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7ED9EE-380C-224B-8619-61C6C01B1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EA0657-2676-EBD0-330D-2DE1D716D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BD4BE5-70D5-796C-F818-10F0570E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942ECB-DDBA-CE2A-8B3C-88921A643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884957"/>
              </p:ext>
            </p:extLst>
          </p:nvPr>
        </p:nvGraphicFramePr>
        <p:xfrm>
          <a:off x="741207" y="1520191"/>
          <a:ext cx="7633012" cy="4656774"/>
        </p:xfrm>
        <a:graphic>
          <a:graphicData uri="http://schemas.openxmlformats.org/drawingml/2006/table">
            <a:tbl>
              <a:tblPr/>
              <a:tblGrid>
                <a:gridCol w="2806340">
                  <a:extLst>
                    <a:ext uri="{9D8B030D-6E8A-4147-A177-3AD203B41FA5}">
                      <a16:colId xmlns:a16="http://schemas.microsoft.com/office/drawing/2014/main" val="1249329430"/>
                    </a:ext>
                  </a:extLst>
                </a:gridCol>
                <a:gridCol w="2122222">
                  <a:extLst>
                    <a:ext uri="{9D8B030D-6E8A-4147-A177-3AD203B41FA5}">
                      <a16:colId xmlns:a16="http://schemas.microsoft.com/office/drawing/2014/main" val="3661815265"/>
                    </a:ext>
                  </a:extLst>
                </a:gridCol>
                <a:gridCol w="2704450">
                  <a:extLst>
                    <a:ext uri="{9D8B030D-6E8A-4147-A177-3AD203B41FA5}">
                      <a16:colId xmlns:a16="http://schemas.microsoft.com/office/drawing/2014/main" val="3908815835"/>
                    </a:ext>
                  </a:extLst>
                </a:gridCol>
              </a:tblGrid>
              <a:tr h="60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/>
                        <a:t>Concept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Focus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Output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644709"/>
                  </a:ext>
                </a:extLst>
              </a:tr>
              <a:tr h="101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Penetration Testing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/>
                        <a:t>Exploiting vulnerabilities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Proof of attack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182434"/>
                  </a:ext>
                </a:extLst>
              </a:tr>
              <a:tr h="101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Traffic Simulation (iPerf)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Network performance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Bandwidth metrics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876685"/>
                  </a:ext>
                </a:extLst>
              </a:tr>
              <a:tr h="101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Log Analysis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Monitoring &amp; detection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Security alerts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755394"/>
                  </a:ext>
                </a:extLst>
              </a:tr>
              <a:tr h="101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Vulnerability Assessment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/>
                        <a:t>Finding weaknesses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/>
                        <a:t>Risk report</a:t>
                      </a:r>
                    </a:p>
                  </a:txBody>
                  <a:tcPr marL="104801" marR="104801" marT="52401" marB="5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037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794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Testing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Nmap: Scan ports and detect vulnerabilities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Wireshark: Analyze network packets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Snort: Intrusion Detection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Metasploit: Test security gaps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A17FD-FE8D-A6DB-DEA5-CD2D16EAF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41BEF-DC96-9310-8F22-4BCDA3A5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4390"/>
          </a:xfrm>
        </p:spPr>
        <p:txBody>
          <a:bodyPr>
            <a:normAutofit/>
          </a:bodyPr>
          <a:lstStyle/>
          <a:p>
            <a:r>
              <a:rPr lang="en-US" b="1" dirty="0"/>
              <a:t>📘 1. Nmap (Network Mapper)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F290D-6F1D-C541-CE0E-3DC549429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4390"/>
            <a:ext cx="8229600" cy="5886450"/>
          </a:xfrm>
        </p:spPr>
        <p:txBody>
          <a:bodyPr>
            <a:normAutofit fontScale="32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sz="6000" b="1" dirty="0"/>
              <a:t>✅ Definition</a:t>
            </a:r>
          </a:p>
          <a:p>
            <a:pPr marL="0" indent="0">
              <a:buNone/>
            </a:pPr>
            <a:r>
              <a:rPr lang="en-US" sz="6000" b="1" dirty="0"/>
              <a:t>Nmap</a:t>
            </a:r>
            <a:r>
              <a:rPr lang="en-US" sz="6000" dirty="0"/>
              <a:t> is a network scanning tool used to </a:t>
            </a:r>
            <a:r>
              <a:rPr lang="en-US" sz="6000" b="1" dirty="0"/>
              <a:t>discover hosts, scan open ports, and identify vulnerabilities</a:t>
            </a:r>
            <a:r>
              <a:rPr lang="en-US" sz="6000" dirty="0"/>
              <a:t> in a system or network.</a:t>
            </a:r>
          </a:p>
          <a:p>
            <a:pPr marL="0" indent="0">
              <a:buNone/>
            </a:pPr>
            <a:r>
              <a:rPr lang="en-US" sz="6000" b="1" dirty="0"/>
              <a:t>🔍 Key Functions</a:t>
            </a:r>
          </a:p>
          <a:p>
            <a:pPr marL="0" indent="0">
              <a:buNone/>
            </a:pPr>
            <a:r>
              <a:rPr lang="en-US" sz="6000" dirty="0"/>
              <a:t>Port scanning (open/closed ports)</a:t>
            </a:r>
          </a:p>
          <a:p>
            <a:pPr marL="0" indent="0">
              <a:buNone/>
            </a:pPr>
            <a:r>
              <a:rPr lang="en-US" sz="6000" dirty="0"/>
              <a:t>Service detection (HTTP, FTP, SSH)</a:t>
            </a:r>
          </a:p>
          <a:p>
            <a:pPr marL="0" indent="0">
              <a:buNone/>
            </a:pPr>
            <a:r>
              <a:rPr lang="en-US" sz="6000" dirty="0"/>
              <a:t>OS detection</a:t>
            </a:r>
          </a:p>
          <a:p>
            <a:pPr marL="0" indent="0">
              <a:buNone/>
            </a:pPr>
            <a:r>
              <a:rPr lang="en-US" sz="6000" dirty="0"/>
              <a:t>Vulnerability detection (via scripts)</a:t>
            </a:r>
          </a:p>
          <a:p>
            <a:pPr marL="0" indent="0">
              <a:buNone/>
            </a:pPr>
            <a:r>
              <a:rPr lang="en-US" sz="6000" b="1" dirty="0"/>
              <a:t>📊 Diagram (How Nmap Works)</a:t>
            </a:r>
          </a:p>
          <a:p>
            <a:pPr marL="0" indent="0">
              <a:buNone/>
            </a:pPr>
            <a:r>
              <a:rPr lang="en-US" sz="6000" dirty="0"/>
              <a:t>Attacker Machine → Sends Packets → Target System</a:t>
            </a:r>
            <a:br>
              <a:rPr lang="en-US" sz="6000" dirty="0"/>
            </a:br>
            <a:r>
              <a:rPr lang="en-US" sz="6000" dirty="0"/>
              <a:t>                         ↓</a:t>
            </a:r>
            <a:br>
              <a:rPr lang="en-US" sz="6000" dirty="0"/>
            </a:br>
            <a:r>
              <a:rPr lang="en-US" sz="6000" dirty="0"/>
              <a:t>              Open Ports / Services Identified</a:t>
            </a:r>
          </a:p>
          <a:p>
            <a:pPr marL="0" indent="0">
              <a:buNone/>
            </a:pPr>
            <a:r>
              <a:rPr lang="en-US" sz="6000" b="1" dirty="0"/>
              <a:t>💡 Example</a:t>
            </a:r>
          </a:p>
          <a:p>
            <a:pPr marL="0" indent="0">
              <a:buNone/>
            </a:pPr>
            <a:r>
              <a:rPr lang="en-US" sz="6000" dirty="0"/>
              <a:t>Command: </a:t>
            </a:r>
            <a:r>
              <a:rPr lang="en-US" sz="6000" dirty="0" err="1"/>
              <a:t>nmap</a:t>
            </a:r>
            <a:r>
              <a:rPr lang="en-US" sz="6000" dirty="0"/>
              <a:t> -</a:t>
            </a:r>
            <a:r>
              <a:rPr lang="en-US" sz="6000" dirty="0" err="1"/>
              <a:t>sV</a:t>
            </a:r>
            <a:r>
              <a:rPr lang="en-US" sz="6000" dirty="0"/>
              <a:t> 192.168.1.1</a:t>
            </a:r>
          </a:p>
          <a:p>
            <a:pPr marL="0" indent="0">
              <a:buNone/>
            </a:pPr>
            <a:r>
              <a:rPr lang="en-US" sz="6000" dirty="0"/>
              <a:t>Output shows:</a:t>
            </a:r>
          </a:p>
          <a:p>
            <a:pPr marL="457200" lvl="1" indent="0">
              <a:buNone/>
            </a:pPr>
            <a:r>
              <a:rPr lang="en-US" sz="6000" dirty="0"/>
              <a:t>Port 80 → HTTP open</a:t>
            </a:r>
          </a:p>
          <a:p>
            <a:pPr marL="457200" lvl="1" indent="0">
              <a:buNone/>
            </a:pPr>
            <a:r>
              <a:rPr lang="en-US" sz="6000" dirty="0"/>
              <a:t>Port 22 → SSH open</a:t>
            </a:r>
          </a:p>
          <a:p>
            <a:pPr marL="0" indent="0">
              <a:buNone/>
            </a:pPr>
            <a:r>
              <a:rPr lang="en-US" sz="6000" dirty="0"/>
              <a:t>👉 Auditor Insight:</a:t>
            </a:r>
            <a:br>
              <a:rPr lang="en-US" sz="6000" dirty="0"/>
            </a:br>
            <a:r>
              <a:rPr lang="en-US" sz="6000" dirty="0"/>
              <a:t>Open ports may expose </a:t>
            </a:r>
            <a:r>
              <a:rPr lang="en-US" sz="6000" b="1" dirty="0"/>
              <a:t>attack surfaces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689618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F0798-6084-5CA5-BDBA-DC70D32A6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499F-A67C-48BC-3987-2F257BF4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4390"/>
          </a:xfrm>
        </p:spPr>
        <p:txBody>
          <a:bodyPr>
            <a:normAutofit/>
          </a:bodyPr>
          <a:lstStyle/>
          <a:p>
            <a:r>
              <a:rPr lang="en-US" b="1" dirty="0"/>
              <a:t>📘 2. 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502A8-3C31-94E7-F676-4B1545301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4390"/>
            <a:ext cx="8229600" cy="58864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✅ Definition</a:t>
            </a:r>
          </a:p>
          <a:p>
            <a:pPr marL="0" indent="0">
              <a:buNone/>
            </a:pPr>
            <a:r>
              <a:rPr lang="en-US" sz="2200" b="1" dirty="0"/>
              <a:t>Wireshark</a:t>
            </a:r>
            <a:r>
              <a:rPr lang="en-US" sz="2200" dirty="0"/>
              <a:t> is a network protocol analyzer used to </a:t>
            </a:r>
            <a:r>
              <a:rPr lang="en-US" sz="2200" b="1" dirty="0"/>
              <a:t>capture and analyze data packets in real-time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🔍 Key Functions</a:t>
            </a:r>
          </a:p>
          <a:p>
            <a:pPr marL="0" indent="0">
              <a:buNone/>
            </a:pPr>
            <a:r>
              <a:rPr lang="en-US" sz="2200" dirty="0"/>
              <a:t>Packet capturing</a:t>
            </a:r>
          </a:p>
          <a:p>
            <a:pPr marL="0" indent="0">
              <a:buNone/>
            </a:pPr>
            <a:r>
              <a:rPr lang="en-US" sz="2200" dirty="0"/>
              <a:t>Protocol analysis (TCP/IP, HTTP, DNS)</a:t>
            </a:r>
          </a:p>
          <a:p>
            <a:pPr marL="0" indent="0">
              <a:buNone/>
            </a:pPr>
            <a:r>
              <a:rPr lang="en-US" sz="2200" dirty="0"/>
              <a:t>Detect suspicious traffic</a:t>
            </a:r>
          </a:p>
          <a:p>
            <a:pPr marL="0" indent="0">
              <a:buNone/>
            </a:pPr>
            <a:r>
              <a:rPr lang="en-US" sz="2200" b="1" dirty="0"/>
              <a:t>📊 Diagram (Packet Analysis Flow)</a:t>
            </a:r>
          </a:p>
          <a:p>
            <a:pPr marL="0" indent="0">
              <a:buNone/>
            </a:pPr>
            <a:r>
              <a:rPr lang="en-US" sz="2200" dirty="0"/>
              <a:t>Network Traffic → Wireshark Capture → Packet Inspection → Analysis</a:t>
            </a:r>
          </a:p>
          <a:p>
            <a:pPr marL="0" indent="0">
              <a:buNone/>
            </a:pPr>
            <a:r>
              <a:rPr lang="en-US" sz="2200" b="1" dirty="0"/>
              <a:t>💡 Example</a:t>
            </a:r>
          </a:p>
          <a:p>
            <a:pPr marL="0" indent="0">
              <a:buNone/>
            </a:pPr>
            <a:r>
              <a:rPr lang="en-US" sz="2200" dirty="0"/>
              <a:t>Capture login traffic</a:t>
            </a:r>
          </a:p>
          <a:p>
            <a:pPr marL="0" indent="0">
              <a:buNone/>
            </a:pPr>
            <a:r>
              <a:rPr lang="en-US" sz="2200" dirty="0"/>
              <a:t>Detect:</a:t>
            </a:r>
          </a:p>
          <a:p>
            <a:pPr marL="457200" lvl="1" indent="0">
              <a:buNone/>
            </a:pPr>
            <a:r>
              <a:rPr lang="en-US" sz="2200" dirty="0"/>
              <a:t>Plain-text passwords, Suspicious IP communication</a:t>
            </a:r>
          </a:p>
          <a:p>
            <a:pPr marL="0" indent="0">
              <a:buNone/>
            </a:pPr>
            <a:r>
              <a:rPr lang="en-US" sz="2200" dirty="0"/>
              <a:t>👉 Real Case:</a:t>
            </a:r>
            <a:br>
              <a:rPr lang="en-US" sz="2200" dirty="0"/>
            </a:br>
            <a:r>
              <a:rPr lang="en-US" sz="2200" dirty="0"/>
              <a:t>Detecting </a:t>
            </a:r>
            <a:r>
              <a:rPr lang="en-US" sz="2200" b="1" dirty="0"/>
              <a:t>data leakage through unencrypted traffic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15327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971C-5ADD-1AF3-D6C8-2C03D832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4A6D-FF47-943F-001A-CEBEE453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1580"/>
          </a:xfrm>
        </p:spPr>
        <p:txBody>
          <a:bodyPr>
            <a:normAutofit/>
          </a:bodyPr>
          <a:lstStyle/>
          <a:p>
            <a:r>
              <a:rPr lang="en-US" b="1" dirty="0"/>
              <a:t>📘 3. Snort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47D9-86A6-A06E-E501-7836E916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1580"/>
            <a:ext cx="8229600" cy="55092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✅ Definition</a:t>
            </a:r>
          </a:p>
          <a:p>
            <a:pPr marL="0" indent="0">
              <a:buNone/>
            </a:pPr>
            <a:r>
              <a:rPr lang="en-US" b="1" dirty="0"/>
              <a:t>Snort</a:t>
            </a:r>
            <a:r>
              <a:rPr lang="en-US" dirty="0"/>
              <a:t> is an </a:t>
            </a:r>
            <a:r>
              <a:rPr lang="en-US" b="1" dirty="0"/>
              <a:t>Intrusion Detection System (IDS)</a:t>
            </a:r>
            <a:r>
              <a:rPr lang="en-US" dirty="0"/>
              <a:t> used to monitor network traffic and detect malicious activities.</a:t>
            </a:r>
          </a:p>
          <a:p>
            <a:pPr marL="0" indent="0">
              <a:buNone/>
            </a:pPr>
            <a:r>
              <a:rPr lang="en-US" b="1" dirty="0"/>
              <a:t>🔍 Key Functions</a:t>
            </a:r>
          </a:p>
          <a:p>
            <a:pPr marL="0" indent="0">
              <a:buNone/>
            </a:pPr>
            <a:r>
              <a:rPr lang="en-US" dirty="0"/>
              <a:t>Real-time traffic monitoring</a:t>
            </a:r>
          </a:p>
          <a:p>
            <a:pPr marL="0" indent="0">
              <a:buNone/>
            </a:pPr>
            <a:r>
              <a:rPr lang="en-US" dirty="0"/>
              <a:t>Rule-based attack detection</a:t>
            </a:r>
          </a:p>
          <a:p>
            <a:pPr marL="0" indent="0">
              <a:buNone/>
            </a:pPr>
            <a:r>
              <a:rPr lang="en-US" dirty="0"/>
              <a:t>Alerts on suspicious activity</a:t>
            </a:r>
          </a:p>
          <a:p>
            <a:pPr marL="0" indent="0">
              <a:buNone/>
            </a:pPr>
            <a:r>
              <a:rPr lang="en-US" b="1" dirty="0"/>
              <a:t>📊 Diagram (Snort Detection Flow)</a:t>
            </a:r>
          </a:p>
          <a:p>
            <a:pPr marL="0" indent="0">
              <a:buNone/>
            </a:pPr>
            <a:r>
              <a:rPr lang="en-US" dirty="0"/>
              <a:t>Network Traffic → Snort Engine → Rule Matching → Alert/Log</a:t>
            </a:r>
          </a:p>
          <a:p>
            <a:pPr marL="0" indent="0">
              <a:buNone/>
            </a:pPr>
            <a:r>
              <a:rPr lang="en-US" b="1" dirty="0"/>
              <a:t>💡 Example</a:t>
            </a:r>
          </a:p>
          <a:p>
            <a:pPr marL="0" indent="0">
              <a:buNone/>
            </a:pPr>
            <a:r>
              <a:rPr lang="en-US" dirty="0"/>
              <a:t>Detect:</a:t>
            </a:r>
          </a:p>
          <a:p>
            <a:pPr marL="457200" lvl="1" indent="0">
              <a:buNone/>
            </a:pPr>
            <a:r>
              <a:rPr lang="en-US" dirty="0"/>
              <a:t>Port scanning attacks</a:t>
            </a:r>
          </a:p>
          <a:p>
            <a:pPr marL="457200" lvl="1" indent="0">
              <a:buNone/>
            </a:pPr>
            <a:r>
              <a:rPr lang="en-US" dirty="0"/>
              <a:t>Malware traffic</a:t>
            </a:r>
          </a:p>
          <a:p>
            <a:pPr marL="457200" lvl="1" indent="0">
              <a:buNone/>
            </a:pPr>
            <a:r>
              <a:rPr lang="en-US" dirty="0"/>
              <a:t>DoS attacks</a:t>
            </a:r>
          </a:p>
          <a:p>
            <a:pPr marL="0" indent="0">
              <a:buNone/>
            </a:pPr>
            <a:r>
              <a:rPr lang="en-US" dirty="0"/>
              <a:t>👉 Output:</a:t>
            </a:r>
          </a:p>
          <a:p>
            <a:r>
              <a:rPr lang="en-US" dirty="0"/>
              <a:t>Alert: “Possible intrusion detected from IP X”</a:t>
            </a:r>
          </a:p>
        </p:txBody>
      </p:sp>
    </p:spTree>
    <p:extLst>
      <p:ext uri="{BB962C8B-B14F-4D97-AF65-F5344CB8AC3E}">
        <p14:creationId xmlns:p14="http://schemas.microsoft.com/office/powerpoint/2010/main" val="1931782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402D-1DA5-4499-BE54-2C4F53D1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D031-B532-05BF-B51A-937814C3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4390"/>
          </a:xfrm>
        </p:spPr>
        <p:txBody>
          <a:bodyPr>
            <a:normAutofit/>
          </a:bodyPr>
          <a:lstStyle/>
          <a:p>
            <a:r>
              <a:rPr lang="en-US" b="1" dirty="0"/>
              <a:t>📘 4. Metasploit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CCC72-A5C4-2AA5-954F-75736CF8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4390"/>
            <a:ext cx="8229600" cy="58864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/>
              <a:t>✅ Definition</a:t>
            </a:r>
          </a:p>
          <a:p>
            <a:pPr marL="0" indent="0">
              <a:buNone/>
            </a:pPr>
            <a:r>
              <a:rPr lang="en-US" sz="4400" b="1" dirty="0"/>
              <a:t>Metasploit</a:t>
            </a:r>
            <a:r>
              <a:rPr lang="en-US" sz="4400" dirty="0"/>
              <a:t> is a penetration testing framework used to </a:t>
            </a:r>
            <a:r>
              <a:rPr lang="en-US" sz="4400" b="1" dirty="0"/>
              <a:t>identify, exploit, and validate security vulnerabilities</a:t>
            </a:r>
            <a:r>
              <a:rPr lang="en-US" sz="4400" dirty="0"/>
              <a:t>.</a:t>
            </a:r>
          </a:p>
          <a:p>
            <a:pPr marL="0" indent="0">
              <a:buNone/>
            </a:pPr>
            <a:r>
              <a:rPr lang="en-US" sz="4400" b="1" dirty="0"/>
              <a:t>🔍 Key Functions</a:t>
            </a:r>
          </a:p>
          <a:p>
            <a:pPr marL="0" indent="0">
              <a:buNone/>
            </a:pPr>
            <a:r>
              <a:rPr lang="en-US" sz="4400" dirty="0"/>
              <a:t>Exploit vulnerabilities</a:t>
            </a:r>
          </a:p>
          <a:p>
            <a:pPr marL="0" indent="0">
              <a:buNone/>
            </a:pPr>
            <a:r>
              <a:rPr lang="en-US" sz="4400" dirty="0"/>
              <a:t>Payload generation</a:t>
            </a:r>
          </a:p>
          <a:p>
            <a:pPr marL="0" indent="0">
              <a:buNone/>
            </a:pPr>
            <a:r>
              <a:rPr lang="en-US" sz="4400" dirty="0"/>
              <a:t>Post-exploitation analysis</a:t>
            </a:r>
          </a:p>
          <a:p>
            <a:pPr marL="0" indent="0">
              <a:buNone/>
            </a:pPr>
            <a:r>
              <a:rPr lang="en-US" sz="4400" b="1" dirty="0"/>
              <a:t>📊 Diagram (Exploitation Process)</a:t>
            </a:r>
          </a:p>
          <a:p>
            <a:pPr marL="0" indent="0">
              <a:buNone/>
            </a:pPr>
            <a:r>
              <a:rPr lang="en-US" sz="4400" dirty="0"/>
              <a:t>Vulnerability → Metasploit Exploit → Payload Execution → System Access</a:t>
            </a:r>
          </a:p>
          <a:p>
            <a:pPr marL="0" indent="0">
              <a:buNone/>
            </a:pPr>
            <a:r>
              <a:rPr lang="en-US" sz="4400" b="1" dirty="0"/>
              <a:t>💡 Example</a:t>
            </a:r>
          </a:p>
          <a:p>
            <a:pPr marL="0" indent="0">
              <a:buNone/>
            </a:pPr>
            <a:r>
              <a:rPr lang="en-US" sz="4400" dirty="0"/>
              <a:t>Exploit a vulnerable server</a:t>
            </a:r>
          </a:p>
          <a:p>
            <a:pPr marL="0" indent="0">
              <a:buNone/>
            </a:pPr>
            <a:r>
              <a:rPr lang="en-US" sz="4400" dirty="0"/>
              <a:t>Gain access using:</a:t>
            </a:r>
          </a:p>
          <a:p>
            <a:pPr marL="457200" lvl="1" indent="0">
              <a:buNone/>
            </a:pPr>
            <a:r>
              <a:rPr lang="en-US" sz="4400" dirty="0"/>
              <a:t>Known vulnerability (e.g., outdated software)</a:t>
            </a:r>
          </a:p>
          <a:p>
            <a:pPr marL="0" indent="0">
              <a:buNone/>
            </a:pPr>
            <a:r>
              <a:rPr lang="en-US" sz="4400" dirty="0"/>
              <a:t>👉 Ethical Use:</a:t>
            </a:r>
          </a:p>
          <a:p>
            <a:pPr marL="0" indent="0">
              <a:buNone/>
            </a:pPr>
            <a:r>
              <a:rPr lang="en-US" sz="4400" dirty="0"/>
              <a:t>Used by </a:t>
            </a:r>
            <a:r>
              <a:rPr lang="en-US" sz="4400" b="1" dirty="0"/>
              <a:t>security professionals to test defenses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85489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Signs of an Effective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Blocks unauthorized access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Handles expected traffic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Alerts suspicious behavior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Easy to configure and maintain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Study: Firewall Misconfiguration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Incident: Open SSH port exposed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Result: Brute-force attacks on servers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Lesson: Regular review and least privilege!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Configure Windows Defender Firewall or </a:t>
            </a:r>
            <a:r>
              <a:rPr sz="2800" dirty="0" err="1"/>
              <a:t>pfSense</a:t>
            </a:r>
            <a:endParaRPr sz="2800"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Allow HTTPS (443)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Block FTP (21)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Test setup using Nmap or Telnet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✔ </a:t>
            </a:r>
            <a:r>
              <a:rPr sz="2800" b="1" dirty="0"/>
              <a:t>Firewalls act as first defense layer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b="1" dirty="0"/>
              <a:t>✔ Proper setup ensures strong protection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b="1" dirty="0"/>
              <a:t>✔ Regular evaluation prevents breaches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b="1" dirty="0"/>
              <a:t>✔ Firewalls are part of layered security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Research a cyberattack involving firewall failure.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Write a 1-page report covering: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Cause of the breach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Impact of the breach</a:t>
            </a:r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sz="2800" dirty="0"/>
              <a:t>- How it could have been prevented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1588</Words>
  <Application>Microsoft Office PowerPoint</Application>
  <PresentationFormat>On-screen Show (4:3)</PresentationFormat>
  <Paragraphs>308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Software Security: Firewalls and Their Role</vt:lpstr>
      <vt:lpstr>Understanding Firewalls</vt:lpstr>
      <vt:lpstr>Purpose of Firewalls</vt:lpstr>
      <vt:lpstr>Types of Firewalls</vt:lpstr>
      <vt:lpstr>📘 1. Packet-Filtering Firewall</vt:lpstr>
      <vt:lpstr>📘 2. Stateful Inspection Firewall</vt:lpstr>
      <vt:lpstr>📘 3. Proxy Firewall (Application-Level Gateway)</vt:lpstr>
      <vt:lpstr>📘 4. Next-Generation Firewall (NGFW)</vt:lpstr>
      <vt:lpstr>📘 5. Cloud-Based Firewalls</vt:lpstr>
      <vt:lpstr>Real-World Example</vt:lpstr>
      <vt:lpstr>Implementation and Configuration of Firewalls</vt:lpstr>
      <vt:lpstr>Firewall Deployment Positions</vt:lpstr>
      <vt:lpstr>Firewall Rules Configuration</vt:lpstr>
      <vt:lpstr>Firewall Configuration Best Practices</vt:lpstr>
      <vt:lpstr>Simple Example of Firewall Rules</vt:lpstr>
      <vt:lpstr>Evaluating Firewall Effectiveness</vt:lpstr>
      <vt:lpstr>Firewall Evaluation Criteria</vt:lpstr>
      <vt:lpstr>Testing Firewall Effectiveness</vt:lpstr>
      <vt:lpstr>📘 1. Penetration Testing</vt:lpstr>
      <vt:lpstr>📘 2. Traffic Simulation (iPerf)</vt:lpstr>
      <vt:lpstr>📘 3. Log Analysis</vt:lpstr>
      <vt:lpstr>📘 4. Vulnerability Assessment</vt:lpstr>
      <vt:lpstr>🎓 Quick Comparison Table</vt:lpstr>
      <vt:lpstr>Firewall Testing Tools</vt:lpstr>
      <vt:lpstr>📘 1. Nmap (Network Mapper)</vt:lpstr>
      <vt:lpstr>📘 2. Wireshark</vt:lpstr>
      <vt:lpstr>📘 3. Snort</vt:lpstr>
      <vt:lpstr>📘 4. Metasploit</vt:lpstr>
      <vt:lpstr>Signs of an Effective Firewall</vt:lpstr>
      <vt:lpstr>Case Study: Firewall Misconfiguration</vt:lpstr>
      <vt:lpstr>Hands-On Activity</vt:lpstr>
      <vt:lpstr>Summary</vt:lpstr>
      <vt:lpstr>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Zahid  Mehmood</cp:lastModifiedBy>
  <cp:revision>1</cp:revision>
  <dcterms:created xsi:type="dcterms:W3CDTF">2013-01-27T09:14:16Z</dcterms:created>
  <dcterms:modified xsi:type="dcterms:W3CDTF">2026-03-25T07:58:09Z</dcterms:modified>
  <cp:category/>
</cp:coreProperties>
</file>